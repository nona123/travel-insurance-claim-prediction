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Catamaran"/>
      <p:regular r:id="rId25"/>
      <p:bold r:id="rId26"/>
    </p:embeddedFont>
    <p:embeddedFont>
      <p:font typeface="Play"/>
      <p:regular r:id="rId27"/>
      <p:bold r:id="rId28"/>
    </p:embeddedFont>
    <p:embeddedFont>
      <p:font typeface="Lato"/>
      <p:regular r:id="rId29"/>
      <p:bold r:id="rId30"/>
      <p:italic r:id="rId31"/>
      <p:boldItalic r:id="rId32"/>
    </p:embeddedFont>
    <p:embeddedFont>
      <p:font typeface="Archiv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i4k3TninSe5ZDhGbGRwgRqUFR2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B05291F-8770-4B37-9EA9-2631E1C52ED3}">
  <a:tblStyle styleId="{EB05291F-8770-4B37-9EA9-2631E1C52ED3}"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rgbClr val="FFFFFF"/>
      </a:tcTxStyle>
      <a:tcStyle>
        <a:fill>
          <a:solidFill>
            <a:srgbClr val="4F81BD"/>
          </a:solidFill>
        </a:fill>
      </a:tcStyle>
    </a:lastCol>
    <a:firstCol>
      <a:tcTxStyle b="on" i="off">
        <a:font>
          <a:latin typeface="Calibri"/>
          <a:ea typeface="Calibri"/>
          <a:cs typeface="Calibri"/>
        </a:font>
        <a:srgbClr val="FFFFFF"/>
      </a:tcTxStyle>
      <a:tcStyle>
        <a:fill>
          <a:solidFill>
            <a:srgbClr val="4F81BD"/>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F81BD"/>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F81BD"/>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atamaran-bold.fntdata"/><Relationship Id="rId25" Type="http://schemas.openxmlformats.org/officeDocument/2006/relationships/font" Target="fonts/Catamaran-regular.fntdata"/><Relationship Id="rId28" Type="http://schemas.openxmlformats.org/officeDocument/2006/relationships/font" Target="fonts/Play-bold.fntdata"/><Relationship Id="rId27" Type="http://schemas.openxmlformats.org/officeDocument/2006/relationships/font" Target="fonts/Play-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6.xml"/><Relationship Id="rId33" Type="http://schemas.openxmlformats.org/officeDocument/2006/relationships/font" Target="fonts/Archivo-regular.fntdata"/><Relationship Id="rId10" Type="http://schemas.openxmlformats.org/officeDocument/2006/relationships/slide" Target="slides/slide5.xml"/><Relationship Id="rId32" Type="http://schemas.openxmlformats.org/officeDocument/2006/relationships/font" Target="fonts/Lato-boldItalic.fntdata"/><Relationship Id="rId13" Type="http://schemas.openxmlformats.org/officeDocument/2006/relationships/slide" Target="slides/slide8.xml"/><Relationship Id="rId35" Type="http://schemas.openxmlformats.org/officeDocument/2006/relationships/font" Target="fonts/Archivo-italic.fntdata"/><Relationship Id="rId12" Type="http://schemas.openxmlformats.org/officeDocument/2006/relationships/slide" Target="slides/slide7.xml"/><Relationship Id="rId34" Type="http://schemas.openxmlformats.org/officeDocument/2006/relationships/font" Target="fonts/Archivo-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Archiv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8" name="Google Shape;137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6" name="Google Shape;138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9" name="Google Shape;140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3f6cc2b773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7" name="Google Shape;1417;g3f6cc2b7739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g3f6cc2b7739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1" name="Google Shape;1441;g3f6cc2b7739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7" name="Shape 1457"/>
        <p:cNvGrpSpPr/>
        <p:nvPr/>
      </p:nvGrpSpPr>
      <p:grpSpPr>
        <a:xfrm>
          <a:off x="0" y="0"/>
          <a:ext cx="0" cy="0"/>
          <a:chOff x="0" y="0"/>
          <a:chExt cx="0" cy="0"/>
        </a:xfrm>
      </p:grpSpPr>
      <p:sp>
        <p:nvSpPr>
          <p:cNvPr id="1458" name="Google Shape;145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9" name="Google Shape;145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g3f6cc2b7739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6" name="Google Shape;1466;g3f6cc2b7739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1" name="Google Shape;148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3f6cc2b7739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8" name="Google Shape;1488;g3f6cc2b7739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8" name="Google Shape;15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3" name="Shape 1513"/>
        <p:cNvGrpSpPr/>
        <p:nvPr/>
      </p:nvGrpSpPr>
      <p:grpSpPr>
        <a:xfrm>
          <a:off x="0" y="0"/>
          <a:ext cx="0" cy="0"/>
          <a:chOff x="0" y="0"/>
          <a:chExt cx="0" cy="0"/>
        </a:xfrm>
      </p:grpSpPr>
      <p:sp>
        <p:nvSpPr>
          <p:cNvPr id="1514" name="Google Shape;1514;g3f6cc2b7739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5" name="Google Shape;1515;g3f6cc2b7739_0_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8" name="Google Shape;154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2" name="Shape 1562"/>
        <p:cNvGrpSpPr/>
        <p:nvPr/>
      </p:nvGrpSpPr>
      <p:grpSpPr>
        <a:xfrm>
          <a:off x="0" y="0"/>
          <a:ext cx="0" cy="0"/>
          <a:chOff x="0" y="0"/>
          <a:chExt cx="0" cy="0"/>
        </a:xfrm>
      </p:grpSpPr>
      <p:sp>
        <p:nvSpPr>
          <p:cNvPr id="1563" name="Google Shape;1563;g3f6cc2b7739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4" name="Google Shape;1564;g3f6cc2b7739_0_2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8" name="Shape 1588"/>
        <p:cNvGrpSpPr/>
        <p:nvPr/>
      </p:nvGrpSpPr>
      <p:grpSpPr>
        <a:xfrm>
          <a:off x="0" y="0"/>
          <a:ext cx="0" cy="0"/>
          <a:chOff x="0" y="0"/>
          <a:chExt cx="0" cy="0"/>
        </a:xfrm>
      </p:grpSpPr>
      <p:sp>
        <p:nvSpPr>
          <p:cNvPr id="1589" name="Google Shape;1589;g3f6cc2b7739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0" name="Google Shape;1590;g3f6cc2b7739_0_2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g3f6cc2b7739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3" name="Google Shape;1603;g3f6cc2b7739_0_2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1" name="Google Shape;162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g3f6cc2b7739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6" name="Google Shape;1646;g3f6cc2b7739_0_3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g3f6cc2b7739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0" name="Google Shape;1670;g3f6cc2b7739_0_3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0" name="Shape 1690"/>
        <p:cNvGrpSpPr/>
        <p:nvPr/>
      </p:nvGrpSpPr>
      <p:grpSpPr>
        <a:xfrm>
          <a:off x="0" y="0"/>
          <a:ext cx="0" cy="0"/>
          <a:chOff x="0" y="0"/>
          <a:chExt cx="0" cy="0"/>
        </a:xfrm>
      </p:grpSpPr>
      <p:sp>
        <p:nvSpPr>
          <p:cNvPr id="1691" name="Google Shape;1691;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2" name="Google Shape;169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50"/>
          <p:cNvGrpSpPr/>
          <p:nvPr/>
        </p:nvGrpSpPr>
        <p:grpSpPr>
          <a:xfrm>
            <a:off x="-505532" y="-719250"/>
            <a:ext cx="9990882" cy="6050605"/>
            <a:chOff x="-505532" y="-719250"/>
            <a:chExt cx="9990882" cy="6050605"/>
          </a:xfrm>
        </p:grpSpPr>
        <p:grpSp>
          <p:nvGrpSpPr>
            <p:cNvPr id="10" name="Google Shape;10;p50"/>
            <p:cNvGrpSpPr/>
            <p:nvPr/>
          </p:nvGrpSpPr>
          <p:grpSpPr>
            <a:xfrm>
              <a:off x="6509552" y="-719250"/>
              <a:ext cx="2975798" cy="2392650"/>
              <a:chOff x="4418377" y="-851325"/>
              <a:chExt cx="2975798" cy="2392650"/>
            </a:xfrm>
          </p:grpSpPr>
          <p:grpSp>
            <p:nvGrpSpPr>
              <p:cNvPr id="11" name="Google Shape;11;p50"/>
              <p:cNvGrpSpPr/>
              <p:nvPr/>
            </p:nvGrpSpPr>
            <p:grpSpPr>
              <a:xfrm>
                <a:off x="4428309" y="-723871"/>
                <a:ext cx="1245819" cy="1079037"/>
                <a:chOff x="8022925" y="186250"/>
                <a:chExt cx="815700" cy="706500"/>
              </a:xfrm>
            </p:grpSpPr>
            <p:sp>
              <p:nvSpPr>
                <p:cNvPr id="12" name="Google Shape;12;p5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 name="Google Shape;13;p50"/>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 name="Google Shape;14;p50"/>
                <p:cNvSpPr/>
                <p:nvPr/>
              </p:nvSpPr>
              <p:spPr>
                <a:xfrm>
                  <a:off x="8355664" y="474499"/>
                  <a:ext cx="150300" cy="1302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5" name="Google Shape;15;p50"/>
              <p:cNvGrpSpPr/>
              <p:nvPr/>
            </p:nvGrpSpPr>
            <p:grpSpPr>
              <a:xfrm>
                <a:off x="6360273" y="-338456"/>
                <a:ext cx="917499" cy="794671"/>
                <a:chOff x="8022925" y="186250"/>
                <a:chExt cx="815700" cy="706500"/>
              </a:xfrm>
            </p:grpSpPr>
            <p:sp>
              <p:nvSpPr>
                <p:cNvPr id="16" name="Google Shape;16;p50"/>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7" name="Google Shape;17;p50"/>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8" name="Google Shape;18;p50"/>
              <p:cNvGrpSpPr/>
              <p:nvPr/>
            </p:nvGrpSpPr>
            <p:grpSpPr>
              <a:xfrm>
                <a:off x="5548840" y="-8756"/>
                <a:ext cx="587793" cy="509104"/>
                <a:chOff x="8022925" y="186250"/>
                <a:chExt cx="815700" cy="706500"/>
              </a:xfrm>
            </p:grpSpPr>
            <p:sp>
              <p:nvSpPr>
                <p:cNvPr id="19" name="Google Shape;19;p5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0" name="Google Shape;20;p50"/>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21" name="Google Shape;21;p50"/>
              <p:cNvGrpSpPr/>
              <p:nvPr/>
            </p:nvGrpSpPr>
            <p:grpSpPr>
              <a:xfrm>
                <a:off x="6089765" y="600244"/>
                <a:ext cx="587793" cy="509104"/>
                <a:chOff x="8022925" y="186250"/>
                <a:chExt cx="815700" cy="706500"/>
              </a:xfrm>
            </p:grpSpPr>
            <p:sp>
              <p:nvSpPr>
                <p:cNvPr id="22" name="Google Shape;22;p5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3" name="Google Shape;23;p50"/>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24" name="Google Shape;24;p50"/>
              <p:cNvSpPr/>
              <p:nvPr/>
            </p:nvSpPr>
            <p:spPr>
              <a:xfrm>
                <a:off x="6499238" y="5521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5" name="Google Shape;25;p50"/>
              <p:cNvSpPr/>
              <p:nvPr/>
            </p:nvSpPr>
            <p:spPr>
              <a:xfrm>
                <a:off x="6053077" y="-723872"/>
                <a:ext cx="307200" cy="2661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26" name="Google Shape;26;p50"/>
              <p:cNvCxnSpPr>
                <a:stCxn id="12" idx="1"/>
              </p:cNvCxnSpPr>
              <p:nvPr/>
            </p:nvCxnSpPr>
            <p:spPr>
              <a:xfrm>
                <a:off x="5404369" y="355166"/>
                <a:ext cx="285600" cy="501600"/>
              </a:xfrm>
              <a:prstGeom prst="straightConnector1">
                <a:avLst/>
              </a:prstGeom>
              <a:noFill/>
              <a:ln cap="flat" cmpd="sng" w="9525">
                <a:solidFill>
                  <a:schemeClr val="dk2"/>
                </a:solidFill>
                <a:prstDash val="solid"/>
                <a:round/>
                <a:headEnd len="sm" w="sm" type="none"/>
                <a:tailEnd len="sm" w="sm" type="none"/>
              </a:ln>
            </p:spPr>
          </p:cxnSp>
          <p:cxnSp>
            <p:nvCxnSpPr>
              <p:cNvPr id="27" name="Google Shape;27;p50"/>
              <p:cNvCxnSpPr>
                <a:stCxn id="22" idx="3"/>
              </p:cNvCxnSpPr>
              <p:nvPr/>
            </p:nvCxnSpPr>
            <p:spPr>
              <a:xfrm rot="10800000">
                <a:off x="5686565" y="854796"/>
                <a:ext cx="403200" cy="0"/>
              </a:xfrm>
              <a:prstGeom prst="straightConnector1">
                <a:avLst/>
              </a:prstGeom>
              <a:noFill/>
              <a:ln cap="flat" cmpd="sng" w="9525">
                <a:solidFill>
                  <a:schemeClr val="dk2"/>
                </a:solidFill>
                <a:prstDash val="solid"/>
                <a:round/>
                <a:headEnd len="sm" w="sm" type="none"/>
                <a:tailEnd len="sm" w="sm" type="none"/>
              </a:ln>
            </p:spPr>
          </p:cxnSp>
          <p:cxnSp>
            <p:nvCxnSpPr>
              <p:cNvPr id="28" name="Google Shape;28;p50"/>
              <p:cNvCxnSpPr>
                <a:stCxn id="19" idx="0"/>
              </p:cNvCxnSpPr>
              <p:nvPr/>
            </p:nvCxnSpPr>
            <p:spPr>
              <a:xfrm>
                <a:off x="6136633" y="245796"/>
                <a:ext cx="154500" cy="0"/>
              </a:xfrm>
              <a:prstGeom prst="straightConnector1">
                <a:avLst/>
              </a:prstGeom>
              <a:noFill/>
              <a:ln cap="flat" cmpd="sng" w="9525">
                <a:solidFill>
                  <a:schemeClr val="dk2"/>
                </a:solidFill>
                <a:prstDash val="solid"/>
                <a:round/>
                <a:headEnd len="sm" w="sm" type="none"/>
                <a:tailEnd len="sm" w="sm" type="none"/>
              </a:ln>
            </p:spPr>
          </p:cxnSp>
          <p:cxnSp>
            <p:nvCxnSpPr>
              <p:cNvPr id="29" name="Google Shape;29;p50"/>
              <p:cNvCxnSpPr>
                <a:stCxn id="16" idx="3"/>
              </p:cNvCxnSpPr>
              <p:nvPr/>
            </p:nvCxnSpPr>
            <p:spPr>
              <a:xfrm flipH="1">
                <a:off x="6287073" y="58880"/>
                <a:ext cx="73200" cy="187500"/>
              </a:xfrm>
              <a:prstGeom prst="straightConnector1">
                <a:avLst/>
              </a:prstGeom>
              <a:noFill/>
              <a:ln cap="flat" cmpd="sng" w="9525">
                <a:solidFill>
                  <a:schemeClr val="dk2"/>
                </a:solidFill>
                <a:prstDash val="solid"/>
                <a:round/>
                <a:headEnd len="sm" w="sm" type="none"/>
                <a:tailEnd len="sm" w="sm" type="none"/>
              </a:ln>
            </p:spPr>
          </p:cxnSp>
          <p:cxnSp>
            <p:nvCxnSpPr>
              <p:cNvPr id="30" name="Google Shape;30;p50"/>
              <p:cNvCxnSpPr>
                <a:stCxn id="22" idx="1"/>
              </p:cNvCxnSpPr>
              <p:nvPr/>
            </p:nvCxnSpPr>
            <p:spPr>
              <a:xfrm>
                <a:off x="6550282" y="1109348"/>
                <a:ext cx="226200" cy="391800"/>
              </a:xfrm>
              <a:prstGeom prst="straightConnector1">
                <a:avLst/>
              </a:prstGeom>
              <a:noFill/>
              <a:ln cap="flat" cmpd="sng" w="9525">
                <a:solidFill>
                  <a:schemeClr val="dk2"/>
                </a:solidFill>
                <a:prstDash val="solid"/>
                <a:round/>
                <a:headEnd len="sm" w="sm" type="none"/>
                <a:tailEnd len="sm" w="sm" type="none"/>
              </a:ln>
            </p:spPr>
          </p:cxnSp>
          <p:sp>
            <p:nvSpPr>
              <p:cNvPr id="31" name="Google Shape;31;p50"/>
              <p:cNvSpPr/>
              <p:nvPr/>
            </p:nvSpPr>
            <p:spPr>
              <a:xfrm>
                <a:off x="6736425" y="14627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32" name="Google Shape;32;p50"/>
              <p:cNvCxnSpPr>
                <a:stCxn id="16" idx="5"/>
              </p:cNvCxnSpPr>
              <p:nvPr/>
            </p:nvCxnSpPr>
            <p:spPr>
              <a:xfrm flipH="1" rot="10800000">
                <a:off x="7079104" y="-816056"/>
                <a:ext cx="275700" cy="477600"/>
              </a:xfrm>
              <a:prstGeom prst="straightConnector1">
                <a:avLst/>
              </a:prstGeom>
              <a:noFill/>
              <a:ln cap="flat" cmpd="sng" w="9525">
                <a:solidFill>
                  <a:schemeClr val="dk2"/>
                </a:solidFill>
                <a:prstDash val="solid"/>
                <a:round/>
                <a:headEnd len="sm" w="sm" type="none"/>
                <a:tailEnd len="sm" w="sm" type="none"/>
              </a:ln>
            </p:spPr>
          </p:cxnSp>
          <p:sp>
            <p:nvSpPr>
              <p:cNvPr id="33" name="Google Shape;33;p50"/>
              <p:cNvSpPr/>
              <p:nvPr/>
            </p:nvSpPr>
            <p:spPr>
              <a:xfrm>
                <a:off x="7315575" y="-8513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4" name="Google Shape;34;p50"/>
              <p:cNvSpPr/>
              <p:nvPr/>
            </p:nvSpPr>
            <p:spPr>
              <a:xfrm>
                <a:off x="4418377" y="47292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35" name="Google Shape;35;p50"/>
            <p:cNvGrpSpPr/>
            <p:nvPr/>
          </p:nvGrpSpPr>
          <p:grpSpPr>
            <a:xfrm>
              <a:off x="-505532" y="4226447"/>
              <a:ext cx="3290857" cy="1104908"/>
              <a:chOff x="-505532" y="4226447"/>
              <a:chExt cx="3290857" cy="1104908"/>
            </a:xfrm>
          </p:grpSpPr>
          <p:cxnSp>
            <p:nvCxnSpPr>
              <p:cNvPr id="36" name="Google Shape;36;p50"/>
              <p:cNvCxnSpPr>
                <a:stCxn id="37" idx="3"/>
                <a:endCxn id="38" idx="0"/>
              </p:cNvCxnSpPr>
              <p:nvPr/>
            </p:nvCxnSpPr>
            <p:spPr>
              <a:xfrm>
                <a:off x="1223400" y="4747104"/>
                <a:ext cx="1288200" cy="0"/>
              </a:xfrm>
              <a:prstGeom prst="straightConnector1">
                <a:avLst/>
              </a:prstGeom>
              <a:noFill/>
              <a:ln cap="flat" cmpd="sng" w="9525">
                <a:solidFill>
                  <a:schemeClr val="dk2"/>
                </a:solidFill>
                <a:prstDash val="solid"/>
                <a:round/>
                <a:headEnd len="sm" w="sm" type="none"/>
                <a:tailEnd len="sm" w="sm" type="none"/>
              </a:ln>
            </p:spPr>
          </p:cxnSp>
          <p:sp>
            <p:nvSpPr>
              <p:cNvPr id="38" name="Google Shape;38;p50"/>
              <p:cNvSpPr/>
              <p:nvPr/>
            </p:nvSpPr>
            <p:spPr>
              <a:xfrm rot="10800000">
                <a:off x="2511725" y="4628451"/>
                <a:ext cx="273600" cy="2373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39" name="Google Shape;39;p50"/>
              <p:cNvGrpSpPr/>
              <p:nvPr/>
            </p:nvGrpSpPr>
            <p:grpSpPr>
              <a:xfrm rot="10800000">
                <a:off x="-505532" y="4536684"/>
                <a:ext cx="917499" cy="794671"/>
                <a:chOff x="8022925" y="186250"/>
                <a:chExt cx="815700" cy="706500"/>
              </a:xfrm>
            </p:grpSpPr>
            <p:sp>
              <p:nvSpPr>
                <p:cNvPr id="40" name="Google Shape;40;p50"/>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1" name="Google Shape;41;p50"/>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42" name="Google Shape;42;p50"/>
              <p:cNvGrpSpPr/>
              <p:nvPr/>
            </p:nvGrpSpPr>
            <p:grpSpPr>
              <a:xfrm rot="10800000">
                <a:off x="635607" y="4492552"/>
                <a:ext cx="587793" cy="509104"/>
                <a:chOff x="8022925" y="186250"/>
                <a:chExt cx="815700" cy="706500"/>
              </a:xfrm>
            </p:grpSpPr>
            <p:sp>
              <p:nvSpPr>
                <p:cNvPr id="37" name="Google Shape;37;p5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3" name="Google Shape;43;p50"/>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44" name="Google Shape;44;p50"/>
              <p:cNvSpPr/>
              <p:nvPr/>
            </p:nvSpPr>
            <p:spPr>
              <a:xfrm rot="10800000">
                <a:off x="257863" y="4226447"/>
                <a:ext cx="307200" cy="2661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45" name="Google Shape;45;p50"/>
              <p:cNvCxnSpPr>
                <a:stCxn id="37" idx="0"/>
              </p:cNvCxnSpPr>
              <p:nvPr/>
            </p:nvCxnSpPr>
            <p:spPr>
              <a:xfrm rot="10800000">
                <a:off x="481107" y="4747104"/>
                <a:ext cx="154500" cy="0"/>
              </a:xfrm>
              <a:prstGeom prst="straightConnector1">
                <a:avLst/>
              </a:prstGeom>
              <a:noFill/>
              <a:ln cap="flat" cmpd="sng" w="9525">
                <a:solidFill>
                  <a:schemeClr val="dk2"/>
                </a:solidFill>
                <a:prstDash val="solid"/>
                <a:round/>
                <a:headEnd len="sm" w="sm" type="none"/>
                <a:tailEnd len="sm" w="sm" type="none"/>
              </a:ln>
            </p:spPr>
          </p:cxnSp>
          <p:cxnSp>
            <p:nvCxnSpPr>
              <p:cNvPr id="46" name="Google Shape;46;p50"/>
              <p:cNvCxnSpPr>
                <a:stCxn id="40" idx="3"/>
              </p:cNvCxnSpPr>
              <p:nvPr/>
            </p:nvCxnSpPr>
            <p:spPr>
              <a:xfrm flipH="1" rot="10800000">
                <a:off x="411967" y="4746520"/>
                <a:ext cx="73200" cy="187500"/>
              </a:xfrm>
              <a:prstGeom prst="straightConnector1">
                <a:avLst/>
              </a:prstGeom>
              <a:noFill/>
              <a:ln cap="flat" cmpd="sng" w="9525">
                <a:solidFill>
                  <a:schemeClr val="dk2"/>
                </a:solidFill>
                <a:prstDash val="solid"/>
                <a:round/>
                <a:headEnd len="sm" w="sm" type="none"/>
                <a:tailEnd len="sm" w="sm" type="none"/>
              </a:ln>
            </p:spPr>
          </p:cxnSp>
        </p:grpSp>
        <p:grpSp>
          <p:nvGrpSpPr>
            <p:cNvPr id="47" name="Google Shape;47;p50"/>
            <p:cNvGrpSpPr/>
            <p:nvPr/>
          </p:nvGrpSpPr>
          <p:grpSpPr>
            <a:xfrm flipH="1" rot="10800000">
              <a:off x="148990" y="168600"/>
              <a:ext cx="1128460" cy="989200"/>
              <a:chOff x="-50110" y="3536450"/>
              <a:chExt cx="1128460" cy="989200"/>
            </a:xfrm>
          </p:grpSpPr>
          <p:grpSp>
            <p:nvGrpSpPr>
              <p:cNvPr id="48" name="Google Shape;48;p50"/>
              <p:cNvGrpSpPr/>
              <p:nvPr/>
            </p:nvGrpSpPr>
            <p:grpSpPr>
              <a:xfrm rot="10800000">
                <a:off x="87357" y="3968427"/>
                <a:ext cx="587793" cy="509104"/>
                <a:chOff x="8022925" y="186250"/>
                <a:chExt cx="815700" cy="706500"/>
              </a:xfrm>
            </p:grpSpPr>
            <p:sp>
              <p:nvSpPr>
                <p:cNvPr id="49" name="Google Shape;49;p5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0" name="Google Shape;50;p50"/>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51" name="Google Shape;51;p50"/>
              <p:cNvSpPr/>
              <p:nvPr/>
            </p:nvSpPr>
            <p:spPr>
              <a:xfrm rot="10800000">
                <a:off x="163378" y="44233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52" name="Google Shape;52;p50"/>
              <p:cNvCxnSpPr>
                <a:stCxn id="49" idx="3"/>
              </p:cNvCxnSpPr>
              <p:nvPr/>
            </p:nvCxnSpPr>
            <p:spPr>
              <a:xfrm>
                <a:off x="675150" y="4222979"/>
                <a:ext cx="403200" cy="0"/>
              </a:xfrm>
              <a:prstGeom prst="straightConnector1">
                <a:avLst/>
              </a:prstGeom>
              <a:noFill/>
              <a:ln cap="flat" cmpd="sng" w="9525">
                <a:solidFill>
                  <a:schemeClr val="dk2"/>
                </a:solidFill>
                <a:prstDash val="solid"/>
                <a:round/>
                <a:headEnd len="sm" w="sm" type="none"/>
                <a:tailEnd len="sm" w="sm" type="none"/>
              </a:ln>
            </p:spPr>
          </p:cxnSp>
          <p:cxnSp>
            <p:nvCxnSpPr>
              <p:cNvPr id="53" name="Google Shape;53;p50"/>
              <p:cNvCxnSpPr>
                <a:stCxn id="49" idx="1"/>
              </p:cNvCxnSpPr>
              <p:nvPr/>
            </p:nvCxnSpPr>
            <p:spPr>
              <a:xfrm rot="10800000">
                <a:off x="-11567" y="3576627"/>
                <a:ext cx="226200" cy="391800"/>
              </a:xfrm>
              <a:prstGeom prst="straightConnector1">
                <a:avLst/>
              </a:prstGeom>
              <a:noFill/>
              <a:ln cap="flat" cmpd="sng" w="9525">
                <a:solidFill>
                  <a:schemeClr val="dk2"/>
                </a:solidFill>
                <a:prstDash val="solid"/>
                <a:round/>
                <a:headEnd len="sm" w="sm" type="none"/>
                <a:tailEnd len="sm" w="sm" type="none"/>
              </a:ln>
            </p:spPr>
          </p:cxnSp>
          <p:sp>
            <p:nvSpPr>
              <p:cNvPr id="54" name="Google Shape;54;p50"/>
              <p:cNvSpPr/>
              <p:nvPr/>
            </p:nvSpPr>
            <p:spPr>
              <a:xfrm rot="10800000">
                <a:off x="-50110" y="3536450"/>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
        <p:nvSpPr>
          <p:cNvPr id="55" name="Google Shape;55;p50"/>
          <p:cNvSpPr/>
          <p:nvPr>
            <p:ph idx="2" type="pic"/>
          </p:nvPr>
        </p:nvSpPr>
        <p:spPr>
          <a:xfrm>
            <a:off x="4934775" y="803775"/>
            <a:ext cx="3470400" cy="3390300"/>
          </a:xfrm>
          <a:prstGeom prst="rect">
            <a:avLst/>
          </a:prstGeom>
          <a:noFill/>
          <a:ln cap="flat" cmpd="sng" w="9525">
            <a:solidFill>
              <a:schemeClr val="dk2"/>
            </a:solidFill>
            <a:prstDash val="solid"/>
            <a:round/>
            <a:headEnd len="sm" w="sm" type="none"/>
            <a:tailEnd len="sm" w="sm" type="none"/>
          </a:ln>
        </p:spPr>
      </p:sp>
      <p:sp>
        <p:nvSpPr>
          <p:cNvPr id="56" name="Google Shape;56;p50"/>
          <p:cNvSpPr txBox="1"/>
          <p:nvPr>
            <p:ph type="ctrTitle"/>
          </p:nvPr>
        </p:nvSpPr>
        <p:spPr>
          <a:xfrm>
            <a:off x="713225" y="957800"/>
            <a:ext cx="4221600" cy="2711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200"/>
              <a:buNone/>
              <a:defRPr sz="44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7" name="Google Shape;57;p50"/>
          <p:cNvSpPr txBox="1"/>
          <p:nvPr>
            <p:ph idx="1" type="subTitle"/>
          </p:nvPr>
        </p:nvSpPr>
        <p:spPr>
          <a:xfrm>
            <a:off x="713288" y="3586302"/>
            <a:ext cx="4221600" cy="47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5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0" name="Google Shape;60;p51"/>
          <p:cNvSpPr txBox="1"/>
          <p:nvPr>
            <p:ph idx="1" type="body"/>
          </p:nvPr>
        </p:nvSpPr>
        <p:spPr>
          <a:xfrm>
            <a:off x="719975" y="1147224"/>
            <a:ext cx="7704000" cy="359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Font typeface="Nunito Light"/>
              <a:buChar char="●"/>
              <a:defRPr sz="1200"/>
            </a:lvl1pPr>
            <a:lvl2pPr indent="-304800" lvl="1" marL="914400" algn="l">
              <a:lnSpc>
                <a:spcPct val="115000"/>
              </a:lnSpc>
              <a:spcBef>
                <a:spcPts val="0"/>
              </a:spcBef>
              <a:spcAft>
                <a:spcPts val="0"/>
              </a:spcAft>
              <a:buSzPts val="1200"/>
              <a:buFont typeface="Nunito Light"/>
              <a:buChar char="○"/>
              <a:defRPr/>
            </a:lvl2pPr>
            <a:lvl3pPr indent="-304800" lvl="2" marL="1371600" algn="l">
              <a:lnSpc>
                <a:spcPct val="115000"/>
              </a:lnSpc>
              <a:spcBef>
                <a:spcPts val="0"/>
              </a:spcBef>
              <a:spcAft>
                <a:spcPts val="0"/>
              </a:spcAft>
              <a:buClr>
                <a:srgbClr val="FFC800"/>
              </a:buClr>
              <a:buSzPts val="1200"/>
              <a:buFont typeface="Nunito Light"/>
              <a:buChar char="■"/>
              <a:defRPr/>
            </a:lvl3pPr>
            <a:lvl4pPr indent="-304800" lvl="3" marL="1828800" algn="l">
              <a:lnSpc>
                <a:spcPct val="115000"/>
              </a:lnSpc>
              <a:spcBef>
                <a:spcPts val="0"/>
              </a:spcBef>
              <a:spcAft>
                <a:spcPts val="0"/>
              </a:spcAft>
              <a:buClr>
                <a:srgbClr val="FFC800"/>
              </a:buClr>
              <a:buSzPts val="1200"/>
              <a:buFont typeface="Nunito Light"/>
              <a:buChar char="●"/>
              <a:defRPr/>
            </a:lvl4pPr>
            <a:lvl5pPr indent="-304800" lvl="4" marL="2286000" algn="l">
              <a:lnSpc>
                <a:spcPct val="115000"/>
              </a:lnSpc>
              <a:spcBef>
                <a:spcPts val="0"/>
              </a:spcBef>
              <a:spcAft>
                <a:spcPts val="0"/>
              </a:spcAft>
              <a:buClr>
                <a:srgbClr val="434343"/>
              </a:buClr>
              <a:buSzPts val="1200"/>
              <a:buFont typeface="Nunito Light"/>
              <a:buChar char="○"/>
              <a:defRPr/>
            </a:lvl5pPr>
            <a:lvl6pPr indent="-304800" lvl="5" marL="2743200" algn="l">
              <a:lnSpc>
                <a:spcPct val="115000"/>
              </a:lnSpc>
              <a:spcBef>
                <a:spcPts val="0"/>
              </a:spcBef>
              <a:spcAft>
                <a:spcPts val="0"/>
              </a:spcAft>
              <a:buClr>
                <a:srgbClr val="434343"/>
              </a:buClr>
              <a:buSzPts val="1200"/>
              <a:buFont typeface="Nunito Light"/>
              <a:buChar char="■"/>
              <a:defRPr/>
            </a:lvl6pPr>
            <a:lvl7pPr indent="-304800" lvl="6" marL="3200400" algn="l">
              <a:lnSpc>
                <a:spcPct val="115000"/>
              </a:lnSpc>
              <a:spcBef>
                <a:spcPts val="0"/>
              </a:spcBef>
              <a:spcAft>
                <a:spcPts val="0"/>
              </a:spcAft>
              <a:buClr>
                <a:srgbClr val="434343"/>
              </a:buClr>
              <a:buSzPts val="1200"/>
              <a:buFont typeface="Nunito Light"/>
              <a:buChar char="●"/>
              <a:defRPr/>
            </a:lvl7pPr>
            <a:lvl8pPr indent="-304800" lvl="7" marL="3657600" algn="l">
              <a:lnSpc>
                <a:spcPct val="115000"/>
              </a:lnSpc>
              <a:spcBef>
                <a:spcPts val="0"/>
              </a:spcBef>
              <a:spcAft>
                <a:spcPts val="0"/>
              </a:spcAft>
              <a:buClr>
                <a:srgbClr val="434343"/>
              </a:buClr>
              <a:buSzPts val="1200"/>
              <a:buFont typeface="Nunito Light"/>
              <a:buChar char="○"/>
              <a:defRPr/>
            </a:lvl8pPr>
            <a:lvl9pPr indent="-304800" lvl="8" marL="4114800" algn="l">
              <a:lnSpc>
                <a:spcPct val="115000"/>
              </a:lnSpc>
              <a:spcBef>
                <a:spcPts val="0"/>
              </a:spcBef>
              <a:spcAft>
                <a:spcPts val="0"/>
              </a:spcAft>
              <a:buClr>
                <a:srgbClr val="434343"/>
              </a:buClr>
              <a:buSzPts val="1200"/>
              <a:buFont typeface="Nunito Light"/>
              <a:buChar char="■"/>
              <a:defRPr/>
            </a:lvl9pPr>
          </a:lstStyle>
          <a:p/>
        </p:txBody>
      </p:sp>
      <p:grpSp>
        <p:nvGrpSpPr>
          <p:cNvPr id="61" name="Google Shape;61;p51"/>
          <p:cNvGrpSpPr/>
          <p:nvPr/>
        </p:nvGrpSpPr>
        <p:grpSpPr>
          <a:xfrm>
            <a:off x="-278087" y="-312689"/>
            <a:ext cx="9361048" cy="5744522"/>
            <a:chOff x="-278087" y="-312689"/>
            <a:chExt cx="9361048" cy="5744522"/>
          </a:xfrm>
        </p:grpSpPr>
        <p:grpSp>
          <p:nvGrpSpPr>
            <p:cNvPr id="62" name="Google Shape;62;p51"/>
            <p:cNvGrpSpPr/>
            <p:nvPr/>
          </p:nvGrpSpPr>
          <p:grpSpPr>
            <a:xfrm>
              <a:off x="4109226" y="-312689"/>
              <a:ext cx="4973735" cy="2068730"/>
              <a:chOff x="4109226" y="-312689"/>
              <a:chExt cx="4973735" cy="2068730"/>
            </a:xfrm>
          </p:grpSpPr>
          <p:grpSp>
            <p:nvGrpSpPr>
              <p:cNvPr id="63" name="Google Shape;63;p51"/>
              <p:cNvGrpSpPr/>
              <p:nvPr/>
            </p:nvGrpSpPr>
            <p:grpSpPr>
              <a:xfrm>
                <a:off x="4109226" y="-312689"/>
                <a:ext cx="4929199" cy="1831430"/>
                <a:chOff x="4035851" y="-41164"/>
                <a:chExt cx="4929199" cy="1831430"/>
              </a:xfrm>
            </p:grpSpPr>
            <p:grpSp>
              <p:nvGrpSpPr>
                <p:cNvPr id="64" name="Google Shape;64;p51"/>
                <p:cNvGrpSpPr/>
                <p:nvPr/>
              </p:nvGrpSpPr>
              <p:grpSpPr>
                <a:xfrm>
                  <a:off x="7832150" y="-41164"/>
                  <a:ext cx="815700" cy="706500"/>
                  <a:chOff x="8022925" y="186250"/>
                  <a:chExt cx="815700" cy="706500"/>
                </a:xfrm>
              </p:grpSpPr>
              <p:sp>
                <p:nvSpPr>
                  <p:cNvPr id="65" name="Google Shape;65;p51"/>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6" name="Google Shape;66;p51"/>
                  <p:cNvSpPr/>
                  <p:nvPr/>
                </p:nvSpPr>
                <p:spPr>
                  <a:xfrm>
                    <a:off x="8104477" y="256921"/>
                    <a:ext cx="652800" cy="5652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7" name="Google Shape;67;p51"/>
                  <p:cNvSpPr/>
                  <p:nvPr/>
                </p:nvSpPr>
                <p:spPr>
                  <a:xfrm>
                    <a:off x="8240438" y="374705"/>
                    <a:ext cx="380700" cy="3297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68" name="Google Shape;68;p51"/>
                <p:cNvGrpSpPr/>
                <p:nvPr/>
              </p:nvGrpSpPr>
              <p:grpSpPr>
                <a:xfrm>
                  <a:off x="7116830" y="85652"/>
                  <a:ext cx="522864" cy="452867"/>
                  <a:chOff x="8022925" y="186250"/>
                  <a:chExt cx="815700" cy="706500"/>
                </a:xfrm>
              </p:grpSpPr>
              <p:sp>
                <p:nvSpPr>
                  <p:cNvPr id="69" name="Google Shape;69;p51"/>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0" name="Google Shape;70;p51"/>
                  <p:cNvSpPr/>
                  <p:nvPr/>
                </p:nvSpPr>
                <p:spPr>
                  <a:xfrm>
                    <a:off x="8159419" y="304478"/>
                    <a:ext cx="543000" cy="4701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1" name="Google Shape;71;p51"/>
                  <p:cNvSpPr/>
                  <p:nvPr/>
                </p:nvSpPr>
                <p:spPr>
                  <a:xfrm>
                    <a:off x="8240438" y="374705"/>
                    <a:ext cx="380700" cy="329700"/>
                  </a:xfrm>
                  <a:prstGeom prst="hexagon">
                    <a:avLst>
                      <a:gd fmla="val 25000" name="adj"/>
                      <a:gd fmla="val 115470" name="vf"/>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72" name="Google Shape;72;p51"/>
                <p:cNvCxnSpPr>
                  <a:stCxn id="69" idx="0"/>
                  <a:endCxn id="65" idx="3"/>
                </p:cNvCxnSpPr>
                <p:nvPr/>
              </p:nvCxnSpPr>
              <p:spPr>
                <a:xfrm>
                  <a:off x="7639694" y="312086"/>
                  <a:ext cx="192600" cy="0"/>
                </a:xfrm>
                <a:prstGeom prst="straightConnector1">
                  <a:avLst/>
                </a:prstGeom>
                <a:noFill/>
                <a:ln cap="flat" cmpd="sng" w="9525">
                  <a:solidFill>
                    <a:schemeClr val="dk2"/>
                  </a:solidFill>
                  <a:prstDash val="solid"/>
                  <a:round/>
                  <a:headEnd len="sm" w="sm" type="none"/>
                  <a:tailEnd len="sm" w="sm" type="none"/>
                </a:ln>
              </p:spPr>
            </p:cxnSp>
            <p:grpSp>
              <p:nvGrpSpPr>
                <p:cNvPr id="73" name="Google Shape;73;p51"/>
                <p:cNvGrpSpPr/>
                <p:nvPr/>
              </p:nvGrpSpPr>
              <p:grpSpPr>
                <a:xfrm>
                  <a:off x="6041340" y="252293"/>
                  <a:ext cx="549374" cy="475828"/>
                  <a:chOff x="8022925" y="186250"/>
                  <a:chExt cx="815700" cy="706500"/>
                </a:xfrm>
              </p:grpSpPr>
              <p:sp>
                <p:nvSpPr>
                  <p:cNvPr id="74" name="Google Shape;74;p51"/>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5" name="Google Shape;75;p51"/>
                  <p:cNvSpPr/>
                  <p:nvPr/>
                </p:nvSpPr>
                <p:spPr>
                  <a:xfrm>
                    <a:off x="8156075" y="301599"/>
                    <a:ext cx="549600" cy="4758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76" name="Google Shape;76;p51"/>
                <p:cNvCxnSpPr>
                  <a:stCxn id="69" idx="3"/>
                  <a:endCxn id="74" idx="0"/>
                </p:cNvCxnSpPr>
                <p:nvPr/>
              </p:nvCxnSpPr>
              <p:spPr>
                <a:xfrm flipH="1">
                  <a:off x="6590630" y="312086"/>
                  <a:ext cx="526200" cy="178200"/>
                </a:xfrm>
                <a:prstGeom prst="straightConnector1">
                  <a:avLst/>
                </a:prstGeom>
                <a:noFill/>
                <a:ln cap="flat" cmpd="sng" w="9525">
                  <a:solidFill>
                    <a:schemeClr val="dk2"/>
                  </a:solidFill>
                  <a:prstDash val="solid"/>
                  <a:round/>
                  <a:headEnd len="sm" w="sm" type="none"/>
                  <a:tailEnd len="sm" w="sm" type="none"/>
                </a:ln>
              </p:spPr>
            </p:cxnSp>
            <p:cxnSp>
              <p:nvCxnSpPr>
                <p:cNvPr id="77" name="Google Shape;77;p51"/>
                <p:cNvCxnSpPr>
                  <a:stCxn id="74" idx="3"/>
                  <a:endCxn id="78" idx="0"/>
                </p:cNvCxnSpPr>
                <p:nvPr/>
              </p:nvCxnSpPr>
              <p:spPr>
                <a:xfrm rot="10800000">
                  <a:off x="4272840" y="490207"/>
                  <a:ext cx="1768500" cy="0"/>
                </a:xfrm>
                <a:prstGeom prst="straightConnector1">
                  <a:avLst/>
                </a:prstGeom>
                <a:noFill/>
                <a:ln cap="flat" cmpd="sng" w="9525">
                  <a:solidFill>
                    <a:schemeClr val="dk2"/>
                  </a:solidFill>
                  <a:prstDash val="solid"/>
                  <a:round/>
                  <a:headEnd len="sm" w="sm" type="none"/>
                  <a:tailEnd len="sm" w="sm" type="none"/>
                </a:ln>
              </p:spPr>
            </p:cxnSp>
            <p:sp>
              <p:nvSpPr>
                <p:cNvPr id="78" name="Google Shape;78;p51"/>
                <p:cNvSpPr/>
                <p:nvPr/>
              </p:nvSpPr>
              <p:spPr>
                <a:xfrm>
                  <a:off x="4035851" y="387446"/>
                  <a:ext cx="237000" cy="205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79" name="Google Shape;79;p51"/>
                <p:cNvGrpSpPr/>
                <p:nvPr/>
              </p:nvGrpSpPr>
              <p:grpSpPr>
                <a:xfrm>
                  <a:off x="8471225" y="665336"/>
                  <a:ext cx="436661" cy="1124930"/>
                  <a:chOff x="8471225" y="665336"/>
                  <a:chExt cx="436661" cy="1124930"/>
                </a:xfrm>
              </p:grpSpPr>
              <p:cxnSp>
                <p:nvCxnSpPr>
                  <p:cNvPr id="80" name="Google Shape;80;p51"/>
                  <p:cNvCxnSpPr>
                    <a:stCxn id="65" idx="1"/>
                  </p:cNvCxnSpPr>
                  <p:nvPr/>
                </p:nvCxnSpPr>
                <p:spPr>
                  <a:xfrm>
                    <a:off x="8471225" y="665336"/>
                    <a:ext cx="436500" cy="384000"/>
                  </a:xfrm>
                  <a:prstGeom prst="straightConnector1">
                    <a:avLst/>
                  </a:prstGeom>
                  <a:noFill/>
                  <a:ln cap="flat" cmpd="sng" w="9525">
                    <a:solidFill>
                      <a:schemeClr val="dk2"/>
                    </a:solidFill>
                    <a:prstDash val="solid"/>
                    <a:round/>
                    <a:headEnd len="sm" w="sm" type="none"/>
                    <a:tailEnd len="sm" w="sm" type="none"/>
                  </a:ln>
                </p:spPr>
              </p:cxnSp>
              <p:cxnSp>
                <p:nvCxnSpPr>
                  <p:cNvPr id="81" name="Google Shape;81;p51"/>
                  <p:cNvCxnSpPr>
                    <a:endCxn id="82" idx="3"/>
                  </p:cNvCxnSpPr>
                  <p:nvPr/>
                </p:nvCxnSpPr>
                <p:spPr>
                  <a:xfrm flipH="1">
                    <a:off x="8906986" y="1072366"/>
                    <a:ext cx="900" cy="717900"/>
                  </a:xfrm>
                  <a:prstGeom prst="straightConnector1">
                    <a:avLst/>
                  </a:prstGeom>
                  <a:noFill/>
                  <a:ln cap="flat" cmpd="sng" w="9525">
                    <a:solidFill>
                      <a:schemeClr val="dk2"/>
                    </a:solidFill>
                    <a:prstDash val="solid"/>
                    <a:round/>
                    <a:headEnd len="sm" w="sm" type="none"/>
                    <a:tailEnd len="sm" w="sm" type="none"/>
                  </a:ln>
                </p:spPr>
              </p:cxnSp>
            </p:grpSp>
            <p:sp>
              <p:nvSpPr>
                <p:cNvPr id="83" name="Google Shape;83;p51"/>
                <p:cNvSpPr/>
                <p:nvPr/>
              </p:nvSpPr>
              <p:spPr>
                <a:xfrm>
                  <a:off x="8850450" y="990550"/>
                  <a:ext cx="114600" cy="114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82" name="Google Shape;82;p51"/>
              <p:cNvSpPr/>
              <p:nvPr/>
            </p:nvSpPr>
            <p:spPr>
              <a:xfrm rot="5400000">
                <a:off x="8861711" y="1534791"/>
                <a:ext cx="237300" cy="2052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84" name="Google Shape;84;p51"/>
            <p:cNvGrpSpPr/>
            <p:nvPr/>
          </p:nvGrpSpPr>
          <p:grpSpPr>
            <a:xfrm>
              <a:off x="-278087" y="3785300"/>
              <a:ext cx="1835863" cy="1646533"/>
              <a:chOff x="8352175" y="-274150"/>
              <a:chExt cx="1835863" cy="1646533"/>
            </a:xfrm>
          </p:grpSpPr>
          <p:grpSp>
            <p:nvGrpSpPr>
              <p:cNvPr id="85" name="Google Shape;85;p51"/>
              <p:cNvGrpSpPr/>
              <p:nvPr/>
            </p:nvGrpSpPr>
            <p:grpSpPr>
              <a:xfrm>
                <a:off x="9314994" y="616216"/>
                <a:ext cx="873044" cy="756167"/>
                <a:chOff x="8022925" y="186250"/>
                <a:chExt cx="815700" cy="706500"/>
              </a:xfrm>
            </p:grpSpPr>
            <p:sp>
              <p:nvSpPr>
                <p:cNvPr id="86" name="Google Shape;86;p51"/>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7" name="Google Shape;87;p51"/>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8" name="Google Shape;88;p51"/>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89" name="Google Shape;89;p51"/>
              <p:cNvSpPr/>
              <p:nvPr/>
            </p:nvSpPr>
            <p:spPr>
              <a:xfrm>
                <a:off x="8383126" y="-206726"/>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0" name="Google Shape;90;p51"/>
              <p:cNvSpPr/>
              <p:nvPr/>
            </p:nvSpPr>
            <p:spPr>
              <a:xfrm>
                <a:off x="9118688" y="5905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91" name="Google Shape;91;p51"/>
              <p:cNvGrpSpPr/>
              <p:nvPr/>
            </p:nvGrpSpPr>
            <p:grpSpPr>
              <a:xfrm>
                <a:off x="8408775" y="-274150"/>
                <a:ext cx="906219" cy="1300800"/>
                <a:chOff x="6860600" y="1707050"/>
                <a:chExt cx="906219" cy="1300800"/>
              </a:xfrm>
            </p:grpSpPr>
            <p:grpSp>
              <p:nvGrpSpPr>
                <p:cNvPr id="92" name="Google Shape;92;p51"/>
                <p:cNvGrpSpPr/>
                <p:nvPr/>
              </p:nvGrpSpPr>
              <p:grpSpPr>
                <a:xfrm>
                  <a:off x="6860600" y="2285500"/>
                  <a:ext cx="906219" cy="722350"/>
                  <a:chOff x="6860600" y="2285500"/>
                  <a:chExt cx="906219" cy="722350"/>
                </a:xfrm>
              </p:grpSpPr>
              <p:cxnSp>
                <p:nvCxnSpPr>
                  <p:cNvPr id="93" name="Google Shape;93;p51"/>
                  <p:cNvCxnSpPr>
                    <a:stCxn id="86"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94" name="Google Shape;94;p51"/>
                  <p:cNvGrpSpPr/>
                  <p:nvPr/>
                </p:nvGrpSpPr>
                <p:grpSpPr>
                  <a:xfrm>
                    <a:off x="6860600" y="2285500"/>
                    <a:ext cx="755625" cy="690000"/>
                    <a:chOff x="6860600" y="2285500"/>
                    <a:chExt cx="755625" cy="690000"/>
                  </a:xfrm>
                </p:grpSpPr>
                <p:cxnSp>
                  <p:nvCxnSpPr>
                    <p:cNvPr id="95" name="Google Shape;95;p51"/>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96" name="Google Shape;96;p51"/>
                    <p:cNvCxnSpPr/>
                    <p:nvPr/>
                  </p:nvCxnSpPr>
                  <p:spPr>
                    <a:xfrm rot="10800000">
                      <a:off x="6860600" y="2289200"/>
                      <a:ext cx="405900" cy="0"/>
                    </a:xfrm>
                    <a:prstGeom prst="straightConnector1">
                      <a:avLst/>
                    </a:prstGeom>
                    <a:noFill/>
                    <a:ln cap="flat" cmpd="sng" w="9525">
                      <a:solidFill>
                        <a:schemeClr val="dk2"/>
                      </a:solidFill>
                      <a:prstDash val="solid"/>
                      <a:round/>
                      <a:headEnd len="sm" w="sm" type="none"/>
                      <a:tailEnd len="sm" w="sm" type="none"/>
                    </a:ln>
                  </p:spPr>
                </p:cxnSp>
              </p:grpSp>
              <p:sp>
                <p:nvSpPr>
                  <p:cNvPr id="97" name="Google Shape;97;p51"/>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98" name="Google Shape;98;p51"/>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99" name="Google Shape;99;p51"/>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00" name="Google Shape;100;p51"/>
              <p:cNvSpPr/>
              <p:nvPr/>
            </p:nvSpPr>
            <p:spPr>
              <a:xfrm>
                <a:off x="8352175" y="2686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1" name="Google Shape;101;p51"/>
              <p:cNvSpPr/>
              <p:nvPr/>
            </p:nvSpPr>
            <p:spPr>
              <a:xfrm>
                <a:off x="8504977" y="4267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02" name="Shape 102"/>
        <p:cNvGrpSpPr/>
        <p:nvPr/>
      </p:nvGrpSpPr>
      <p:grpSpPr>
        <a:xfrm>
          <a:off x="0" y="0"/>
          <a:ext cx="0" cy="0"/>
          <a:chOff x="0" y="0"/>
          <a:chExt cx="0" cy="0"/>
        </a:xfrm>
      </p:grpSpPr>
      <p:grpSp>
        <p:nvGrpSpPr>
          <p:cNvPr id="103" name="Google Shape;103;p52"/>
          <p:cNvGrpSpPr/>
          <p:nvPr/>
        </p:nvGrpSpPr>
        <p:grpSpPr>
          <a:xfrm>
            <a:off x="-377824" y="-193296"/>
            <a:ext cx="10080193" cy="5625142"/>
            <a:chOff x="-377824" y="-193296"/>
            <a:chExt cx="10080193" cy="5625142"/>
          </a:xfrm>
        </p:grpSpPr>
        <p:grpSp>
          <p:nvGrpSpPr>
            <p:cNvPr id="104" name="Google Shape;104;p52"/>
            <p:cNvGrpSpPr/>
            <p:nvPr/>
          </p:nvGrpSpPr>
          <p:grpSpPr>
            <a:xfrm>
              <a:off x="7421427" y="-193296"/>
              <a:ext cx="2280942" cy="1580637"/>
              <a:chOff x="7421427" y="-193296"/>
              <a:chExt cx="2280942" cy="1580637"/>
            </a:xfrm>
          </p:grpSpPr>
          <p:grpSp>
            <p:nvGrpSpPr>
              <p:cNvPr id="105" name="Google Shape;105;p52"/>
              <p:cNvGrpSpPr/>
              <p:nvPr/>
            </p:nvGrpSpPr>
            <p:grpSpPr>
              <a:xfrm>
                <a:off x="8430777" y="-193296"/>
                <a:ext cx="1271592" cy="1580637"/>
                <a:chOff x="426827" y="-723871"/>
                <a:chExt cx="1271592" cy="1580637"/>
              </a:xfrm>
            </p:grpSpPr>
            <p:grpSp>
              <p:nvGrpSpPr>
                <p:cNvPr id="106" name="Google Shape;106;p52"/>
                <p:cNvGrpSpPr/>
                <p:nvPr/>
              </p:nvGrpSpPr>
              <p:grpSpPr>
                <a:xfrm>
                  <a:off x="436759" y="-723871"/>
                  <a:ext cx="1245819" cy="1079037"/>
                  <a:chOff x="8022925" y="186250"/>
                  <a:chExt cx="815700" cy="706500"/>
                </a:xfrm>
              </p:grpSpPr>
              <p:sp>
                <p:nvSpPr>
                  <p:cNvPr id="107" name="Google Shape;107;p52"/>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8" name="Google Shape;108;p52"/>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9" name="Google Shape;109;p52"/>
                  <p:cNvSpPr/>
                  <p:nvPr/>
                </p:nvSpPr>
                <p:spPr>
                  <a:xfrm>
                    <a:off x="8245500" y="379072"/>
                    <a:ext cx="370500" cy="3210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10" name="Google Shape;110;p52"/>
                <p:cNvCxnSpPr>
                  <a:stCxn id="107" idx="1"/>
                </p:cNvCxnSpPr>
                <p:nvPr/>
              </p:nvCxnSpPr>
              <p:spPr>
                <a:xfrm>
                  <a:off x="1412819" y="355166"/>
                  <a:ext cx="285600" cy="501600"/>
                </a:xfrm>
                <a:prstGeom prst="straightConnector1">
                  <a:avLst/>
                </a:prstGeom>
                <a:noFill/>
                <a:ln cap="flat" cmpd="sng" w="9525">
                  <a:solidFill>
                    <a:schemeClr val="dk2"/>
                  </a:solidFill>
                  <a:prstDash val="solid"/>
                  <a:round/>
                  <a:headEnd len="sm" w="sm" type="none"/>
                  <a:tailEnd len="sm" w="sm" type="none"/>
                </a:ln>
              </p:spPr>
            </p:cxnSp>
            <p:sp>
              <p:nvSpPr>
                <p:cNvPr id="111" name="Google Shape;111;p52"/>
                <p:cNvSpPr/>
                <p:nvPr/>
              </p:nvSpPr>
              <p:spPr>
                <a:xfrm>
                  <a:off x="426827" y="47292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12" name="Google Shape;112;p52"/>
              <p:cNvCxnSpPr>
                <a:stCxn id="107" idx="3"/>
                <a:endCxn id="113" idx="0"/>
              </p:cNvCxnSpPr>
              <p:nvPr/>
            </p:nvCxnSpPr>
            <p:spPr>
              <a:xfrm rot="10800000">
                <a:off x="7728509" y="346223"/>
                <a:ext cx="712200" cy="0"/>
              </a:xfrm>
              <a:prstGeom prst="straightConnector1">
                <a:avLst/>
              </a:prstGeom>
              <a:noFill/>
              <a:ln cap="flat" cmpd="sng" w="9525">
                <a:solidFill>
                  <a:schemeClr val="dk2"/>
                </a:solidFill>
                <a:prstDash val="solid"/>
                <a:round/>
                <a:headEnd len="sm" w="sm" type="none"/>
                <a:tailEnd len="sm" w="sm" type="none"/>
              </a:ln>
            </p:spPr>
          </p:cxnSp>
          <p:sp>
            <p:nvSpPr>
              <p:cNvPr id="113" name="Google Shape;113;p52"/>
              <p:cNvSpPr/>
              <p:nvPr/>
            </p:nvSpPr>
            <p:spPr>
              <a:xfrm>
                <a:off x="7421427" y="213178"/>
                <a:ext cx="307200" cy="2661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14" name="Google Shape;114;p52"/>
            <p:cNvGrpSpPr/>
            <p:nvPr/>
          </p:nvGrpSpPr>
          <p:grpSpPr>
            <a:xfrm flipH="1">
              <a:off x="7607363" y="3785313"/>
              <a:ext cx="1835863" cy="1646533"/>
              <a:chOff x="8352175" y="-274150"/>
              <a:chExt cx="1835863" cy="1646533"/>
            </a:xfrm>
          </p:grpSpPr>
          <p:grpSp>
            <p:nvGrpSpPr>
              <p:cNvPr id="115" name="Google Shape;115;p52"/>
              <p:cNvGrpSpPr/>
              <p:nvPr/>
            </p:nvGrpSpPr>
            <p:grpSpPr>
              <a:xfrm>
                <a:off x="9314994" y="616216"/>
                <a:ext cx="873044" cy="756167"/>
                <a:chOff x="8022925" y="186250"/>
                <a:chExt cx="815700" cy="706500"/>
              </a:xfrm>
            </p:grpSpPr>
            <p:sp>
              <p:nvSpPr>
                <p:cNvPr id="116" name="Google Shape;116;p52"/>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7" name="Google Shape;117;p52"/>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8" name="Google Shape;118;p52"/>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19" name="Google Shape;119;p52"/>
              <p:cNvSpPr/>
              <p:nvPr/>
            </p:nvSpPr>
            <p:spPr>
              <a:xfrm>
                <a:off x="8383126" y="-206726"/>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0" name="Google Shape;120;p52"/>
              <p:cNvSpPr/>
              <p:nvPr/>
            </p:nvSpPr>
            <p:spPr>
              <a:xfrm>
                <a:off x="9118688" y="5905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21" name="Google Shape;121;p52"/>
              <p:cNvGrpSpPr/>
              <p:nvPr/>
            </p:nvGrpSpPr>
            <p:grpSpPr>
              <a:xfrm>
                <a:off x="8408775" y="-274150"/>
                <a:ext cx="906219" cy="1300800"/>
                <a:chOff x="6860600" y="1707050"/>
                <a:chExt cx="906219" cy="1300800"/>
              </a:xfrm>
            </p:grpSpPr>
            <p:grpSp>
              <p:nvGrpSpPr>
                <p:cNvPr id="122" name="Google Shape;122;p52"/>
                <p:cNvGrpSpPr/>
                <p:nvPr/>
              </p:nvGrpSpPr>
              <p:grpSpPr>
                <a:xfrm>
                  <a:off x="6860600" y="2285500"/>
                  <a:ext cx="906219" cy="722350"/>
                  <a:chOff x="6860600" y="2285500"/>
                  <a:chExt cx="906219" cy="722350"/>
                </a:xfrm>
              </p:grpSpPr>
              <p:cxnSp>
                <p:nvCxnSpPr>
                  <p:cNvPr id="123" name="Google Shape;123;p52"/>
                  <p:cNvCxnSpPr>
                    <a:stCxn id="116"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124" name="Google Shape;124;p52"/>
                  <p:cNvGrpSpPr/>
                  <p:nvPr/>
                </p:nvGrpSpPr>
                <p:grpSpPr>
                  <a:xfrm>
                    <a:off x="6860600" y="2285500"/>
                    <a:ext cx="755625" cy="690000"/>
                    <a:chOff x="6860600" y="2285500"/>
                    <a:chExt cx="755625" cy="690000"/>
                  </a:xfrm>
                </p:grpSpPr>
                <p:cxnSp>
                  <p:nvCxnSpPr>
                    <p:cNvPr id="125" name="Google Shape;125;p52"/>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126" name="Google Shape;126;p52"/>
                    <p:cNvCxnSpPr/>
                    <p:nvPr/>
                  </p:nvCxnSpPr>
                  <p:spPr>
                    <a:xfrm rot="10800000">
                      <a:off x="6860600" y="2289200"/>
                      <a:ext cx="405900" cy="0"/>
                    </a:xfrm>
                    <a:prstGeom prst="straightConnector1">
                      <a:avLst/>
                    </a:prstGeom>
                    <a:noFill/>
                    <a:ln cap="flat" cmpd="sng" w="9525">
                      <a:solidFill>
                        <a:schemeClr val="dk2"/>
                      </a:solidFill>
                      <a:prstDash val="solid"/>
                      <a:round/>
                      <a:headEnd len="sm" w="sm" type="none"/>
                      <a:tailEnd len="sm" w="sm" type="none"/>
                    </a:ln>
                  </p:spPr>
                </p:cxnSp>
              </p:grpSp>
              <p:sp>
                <p:nvSpPr>
                  <p:cNvPr id="127" name="Google Shape;127;p52"/>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28" name="Google Shape;128;p52"/>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129" name="Google Shape;129;p52"/>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30" name="Google Shape;130;p52"/>
              <p:cNvSpPr/>
              <p:nvPr/>
            </p:nvSpPr>
            <p:spPr>
              <a:xfrm>
                <a:off x="8352175" y="2686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1" name="Google Shape;131;p52"/>
              <p:cNvSpPr/>
              <p:nvPr/>
            </p:nvSpPr>
            <p:spPr>
              <a:xfrm>
                <a:off x="8504977" y="4267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32" name="Google Shape;132;p52"/>
            <p:cNvGrpSpPr/>
            <p:nvPr/>
          </p:nvGrpSpPr>
          <p:grpSpPr>
            <a:xfrm>
              <a:off x="-377824" y="3323825"/>
              <a:ext cx="1141616" cy="1740595"/>
              <a:chOff x="-377824" y="3323825"/>
              <a:chExt cx="1141616" cy="1740595"/>
            </a:xfrm>
          </p:grpSpPr>
          <p:grpSp>
            <p:nvGrpSpPr>
              <p:cNvPr id="133" name="Google Shape;133;p52"/>
              <p:cNvGrpSpPr/>
              <p:nvPr/>
            </p:nvGrpSpPr>
            <p:grpSpPr>
              <a:xfrm>
                <a:off x="-377824" y="3991865"/>
                <a:ext cx="1141616" cy="1072555"/>
                <a:chOff x="4046769" y="1482116"/>
                <a:chExt cx="1390180" cy="1306082"/>
              </a:xfrm>
            </p:grpSpPr>
            <p:grpSp>
              <p:nvGrpSpPr>
                <p:cNvPr id="134" name="Google Shape;134;p52"/>
                <p:cNvGrpSpPr/>
                <p:nvPr/>
              </p:nvGrpSpPr>
              <p:grpSpPr>
                <a:xfrm>
                  <a:off x="4046769" y="1482116"/>
                  <a:ext cx="1180258" cy="756167"/>
                  <a:chOff x="4046769" y="1482116"/>
                  <a:chExt cx="1180258" cy="756167"/>
                </a:xfrm>
              </p:grpSpPr>
              <p:grpSp>
                <p:nvGrpSpPr>
                  <p:cNvPr id="135" name="Google Shape;135;p52"/>
                  <p:cNvGrpSpPr/>
                  <p:nvPr/>
                </p:nvGrpSpPr>
                <p:grpSpPr>
                  <a:xfrm>
                    <a:off x="4046769" y="1482116"/>
                    <a:ext cx="873044" cy="756167"/>
                    <a:chOff x="8022925" y="186250"/>
                    <a:chExt cx="815700" cy="706500"/>
                  </a:xfrm>
                </p:grpSpPr>
                <p:sp>
                  <p:nvSpPr>
                    <p:cNvPr id="136" name="Google Shape;136;p52"/>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7" name="Google Shape;137;p52"/>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8" name="Google Shape;138;p52"/>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39" name="Google Shape;139;p52"/>
                  <p:cNvSpPr/>
                  <p:nvPr/>
                </p:nvSpPr>
                <p:spPr>
                  <a:xfrm>
                    <a:off x="4919827" y="195357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0" name="Google Shape;140;p52"/>
                  <p:cNvSpPr/>
                  <p:nvPr/>
                </p:nvSpPr>
                <p:spPr>
                  <a:xfrm>
                    <a:off x="4981813" y="15413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41" name="Google Shape;141;p52"/>
                <p:cNvCxnSpPr>
                  <a:stCxn id="136" idx="1"/>
                  <a:endCxn id="142" idx="3"/>
                </p:cNvCxnSpPr>
                <p:nvPr/>
              </p:nvCxnSpPr>
              <p:spPr>
                <a:xfrm>
                  <a:off x="4730771" y="2238283"/>
                  <a:ext cx="206400" cy="333600"/>
                </a:xfrm>
                <a:prstGeom prst="straightConnector1">
                  <a:avLst/>
                </a:prstGeom>
                <a:noFill/>
                <a:ln cap="flat" cmpd="sng" w="9525">
                  <a:solidFill>
                    <a:schemeClr val="dk2"/>
                  </a:solidFill>
                  <a:prstDash val="solid"/>
                  <a:round/>
                  <a:headEnd len="sm" w="sm" type="none"/>
                  <a:tailEnd len="sm" w="sm" type="none"/>
                </a:ln>
              </p:spPr>
            </p:cxnSp>
            <p:sp>
              <p:nvSpPr>
                <p:cNvPr id="142" name="Google Shape;142;p52"/>
                <p:cNvSpPr/>
                <p:nvPr/>
              </p:nvSpPr>
              <p:spPr>
                <a:xfrm>
                  <a:off x="4937149" y="2355298"/>
                  <a:ext cx="499800" cy="4329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3" name="Google Shape;143;p52"/>
                <p:cNvSpPr/>
                <p:nvPr/>
              </p:nvSpPr>
              <p:spPr>
                <a:xfrm>
                  <a:off x="4988000" y="2399325"/>
                  <a:ext cx="398100" cy="345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44" name="Google Shape;144;p52"/>
              <p:cNvSpPr/>
              <p:nvPr/>
            </p:nvSpPr>
            <p:spPr>
              <a:xfrm>
                <a:off x="39500" y="3323825"/>
                <a:ext cx="595500" cy="5157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5" name="Google Shape;145;p52"/>
              <p:cNvSpPr/>
              <p:nvPr/>
            </p:nvSpPr>
            <p:spPr>
              <a:xfrm>
                <a:off x="124250" y="3397200"/>
                <a:ext cx="426000" cy="3690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46" name="Google Shape;146;p52"/>
            <p:cNvSpPr/>
            <p:nvPr/>
          </p:nvSpPr>
          <p:spPr>
            <a:xfrm flipH="1">
              <a:off x="8222213" y="122863"/>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7" name="Google Shape;147;p52"/>
            <p:cNvSpPr/>
            <p:nvPr/>
          </p:nvSpPr>
          <p:spPr>
            <a:xfrm flipH="1">
              <a:off x="8829538" y="1285038"/>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48" name="Google Shape;148;p5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49" name="Google Shape;149;p52"/>
          <p:cNvSpPr txBox="1"/>
          <p:nvPr>
            <p:ph idx="1" type="subTitle"/>
          </p:nvPr>
        </p:nvSpPr>
        <p:spPr>
          <a:xfrm>
            <a:off x="713225" y="2267566"/>
            <a:ext cx="23055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50" name="Google Shape;150;p52"/>
          <p:cNvSpPr txBox="1"/>
          <p:nvPr>
            <p:ph idx="2" type="subTitle"/>
          </p:nvPr>
        </p:nvSpPr>
        <p:spPr>
          <a:xfrm>
            <a:off x="713225" y="3952781"/>
            <a:ext cx="23055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51" name="Google Shape;151;p52"/>
          <p:cNvSpPr txBox="1"/>
          <p:nvPr>
            <p:ph idx="3" type="subTitle"/>
          </p:nvPr>
        </p:nvSpPr>
        <p:spPr>
          <a:xfrm>
            <a:off x="3419250" y="3952781"/>
            <a:ext cx="23055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52" name="Google Shape;152;p52"/>
          <p:cNvSpPr txBox="1"/>
          <p:nvPr>
            <p:ph idx="4" type="subTitle"/>
          </p:nvPr>
        </p:nvSpPr>
        <p:spPr>
          <a:xfrm>
            <a:off x="3419250" y="2267566"/>
            <a:ext cx="23055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53" name="Google Shape;153;p52"/>
          <p:cNvSpPr txBox="1"/>
          <p:nvPr>
            <p:ph idx="5" type="title"/>
          </p:nvPr>
        </p:nvSpPr>
        <p:spPr>
          <a:xfrm>
            <a:off x="1415375" y="1353088"/>
            <a:ext cx="901200" cy="6168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4" name="Google Shape;154;p52"/>
          <p:cNvSpPr txBox="1"/>
          <p:nvPr>
            <p:ph idx="6" type="title"/>
          </p:nvPr>
        </p:nvSpPr>
        <p:spPr>
          <a:xfrm>
            <a:off x="4121400" y="3038450"/>
            <a:ext cx="901200" cy="6168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5" name="Google Shape;155;p52"/>
          <p:cNvSpPr txBox="1"/>
          <p:nvPr>
            <p:ph idx="7" type="title"/>
          </p:nvPr>
        </p:nvSpPr>
        <p:spPr>
          <a:xfrm>
            <a:off x="1415375" y="3038450"/>
            <a:ext cx="901200" cy="6168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6" name="Google Shape;156;p52"/>
          <p:cNvSpPr txBox="1"/>
          <p:nvPr>
            <p:ph idx="8" type="title"/>
          </p:nvPr>
        </p:nvSpPr>
        <p:spPr>
          <a:xfrm>
            <a:off x="4121400" y="1353088"/>
            <a:ext cx="901200" cy="6168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7" name="Google Shape;157;p52"/>
          <p:cNvSpPr txBox="1"/>
          <p:nvPr>
            <p:ph idx="9" type="subTitle"/>
          </p:nvPr>
        </p:nvSpPr>
        <p:spPr>
          <a:xfrm>
            <a:off x="6125275" y="3952781"/>
            <a:ext cx="23055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58" name="Google Shape;158;p52"/>
          <p:cNvSpPr txBox="1"/>
          <p:nvPr>
            <p:ph idx="13" type="subTitle"/>
          </p:nvPr>
        </p:nvSpPr>
        <p:spPr>
          <a:xfrm>
            <a:off x="6125275" y="2267566"/>
            <a:ext cx="23055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59" name="Google Shape;159;p52"/>
          <p:cNvSpPr txBox="1"/>
          <p:nvPr>
            <p:ph idx="14" type="title"/>
          </p:nvPr>
        </p:nvSpPr>
        <p:spPr>
          <a:xfrm>
            <a:off x="6827425" y="3038450"/>
            <a:ext cx="901200" cy="6168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0" name="Google Shape;160;p52"/>
          <p:cNvSpPr txBox="1"/>
          <p:nvPr>
            <p:ph idx="15" type="title"/>
          </p:nvPr>
        </p:nvSpPr>
        <p:spPr>
          <a:xfrm>
            <a:off x="6827425" y="1353088"/>
            <a:ext cx="901200" cy="6168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1" name="Google Shape;161;p52"/>
          <p:cNvSpPr txBox="1"/>
          <p:nvPr>
            <p:ph idx="16" type="subTitle"/>
          </p:nvPr>
        </p:nvSpPr>
        <p:spPr>
          <a:xfrm>
            <a:off x="713225" y="1937038"/>
            <a:ext cx="2305500" cy="3852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Archivo"/>
              <a:buNone/>
              <a:defRPr b="1" sz="2000">
                <a:latin typeface="Archivo"/>
                <a:ea typeface="Archivo"/>
                <a:cs typeface="Archivo"/>
                <a:sym typeface="Archivo"/>
              </a:defRPr>
            </a:lvl1pPr>
            <a:lvl2pPr lvl="1" algn="ctr">
              <a:lnSpc>
                <a:spcPct val="115000"/>
              </a:lnSpc>
              <a:spcBef>
                <a:spcPts val="0"/>
              </a:spcBef>
              <a:spcAft>
                <a:spcPts val="0"/>
              </a:spcAft>
              <a:buSzPts val="2400"/>
              <a:buFont typeface="Archivo"/>
              <a:buNone/>
              <a:defRPr b="1" sz="2400">
                <a:latin typeface="Archivo"/>
                <a:ea typeface="Archivo"/>
                <a:cs typeface="Archivo"/>
                <a:sym typeface="Archivo"/>
              </a:defRPr>
            </a:lvl2pPr>
            <a:lvl3pPr lvl="2" algn="ctr">
              <a:lnSpc>
                <a:spcPct val="115000"/>
              </a:lnSpc>
              <a:spcBef>
                <a:spcPts val="0"/>
              </a:spcBef>
              <a:spcAft>
                <a:spcPts val="0"/>
              </a:spcAft>
              <a:buSzPts val="2400"/>
              <a:buFont typeface="Archivo"/>
              <a:buNone/>
              <a:defRPr b="1" sz="2400">
                <a:latin typeface="Archivo"/>
                <a:ea typeface="Archivo"/>
                <a:cs typeface="Archivo"/>
                <a:sym typeface="Archivo"/>
              </a:defRPr>
            </a:lvl3pPr>
            <a:lvl4pPr lvl="3" algn="ctr">
              <a:lnSpc>
                <a:spcPct val="115000"/>
              </a:lnSpc>
              <a:spcBef>
                <a:spcPts val="0"/>
              </a:spcBef>
              <a:spcAft>
                <a:spcPts val="0"/>
              </a:spcAft>
              <a:buSzPts val="2400"/>
              <a:buFont typeface="Archivo"/>
              <a:buNone/>
              <a:defRPr b="1" sz="2400">
                <a:latin typeface="Archivo"/>
                <a:ea typeface="Archivo"/>
                <a:cs typeface="Archivo"/>
                <a:sym typeface="Archivo"/>
              </a:defRPr>
            </a:lvl4pPr>
            <a:lvl5pPr lvl="4" algn="ctr">
              <a:lnSpc>
                <a:spcPct val="115000"/>
              </a:lnSpc>
              <a:spcBef>
                <a:spcPts val="0"/>
              </a:spcBef>
              <a:spcAft>
                <a:spcPts val="0"/>
              </a:spcAft>
              <a:buSzPts val="2400"/>
              <a:buFont typeface="Archivo"/>
              <a:buNone/>
              <a:defRPr b="1" sz="2400">
                <a:latin typeface="Archivo"/>
                <a:ea typeface="Archivo"/>
                <a:cs typeface="Archivo"/>
                <a:sym typeface="Archivo"/>
              </a:defRPr>
            </a:lvl5pPr>
            <a:lvl6pPr lvl="5" algn="ctr">
              <a:lnSpc>
                <a:spcPct val="115000"/>
              </a:lnSpc>
              <a:spcBef>
                <a:spcPts val="0"/>
              </a:spcBef>
              <a:spcAft>
                <a:spcPts val="0"/>
              </a:spcAft>
              <a:buSzPts val="2400"/>
              <a:buFont typeface="Archivo"/>
              <a:buNone/>
              <a:defRPr b="1" sz="2400">
                <a:latin typeface="Archivo"/>
                <a:ea typeface="Archivo"/>
                <a:cs typeface="Archivo"/>
                <a:sym typeface="Archivo"/>
              </a:defRPr>
            </a:lvl6pPr>
            <a:lvl7pPr lvl="6" algn="ctr">
              <a:lnSpc>
                <a:spcPct val="115000"/>
              </a:lnSpc>
              <a:spcBef>
                <a:spcPts val="0"/>
              </a:spcBef>
              <a:spcAft>
                <a:spcPts val="0"/>
              </a:spcAft>
              <a:buSzPts val="2400"/>
              <a:buFont typeface="Archivo"/>
              <a:buNone/>
              <a:defRPr b="1" sz="2400">
                <a:latin typeface="Archivo"/>
                <a:ea typeface="Archivo"/>
                <a:cs typeface="Archivo"/>
                <a:sym typeface="Archivo"/>
              </a:defRPr>
            </a:lvl7pPr>
            <a:lvl8pPr lvl="7" algn="ctr">
              <a:lnSpc>
                <a:spcPct val="115000"/>
              </a:lnSpc>
              <a:spcBef>
                <a:spcPts val="0"/>
              </a:spcBef>
              <a:spcAft>
                <a:spcPts val="0"/>
              </a:spcAft>
              <a:buSzPts val="2400"/>
              <a:buFont typeface="Archivo"/>
              <a:buNone/>
              <a:defRPr b="1" sz="2400">
                <a:latin typeface="Archivo"/>
                <a:ea typeface="Archivo"/>
                <a:cs typeface="Archivo"/>
                <a:sym typeface="Archivo"/>
              </a:defRPr>
            </a:lvl8pPr>
            <a:lvl9pPr lvl="8" algn="ctr">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sp>
        <p:nvSpPr>
          <p:cNvPr id="162" name="Google Shape;162;p52"/>
          <p:cNvSpPr txBox="1"/>
          <p:nvPr>
            <p:ph idx="17" type="subTitle"/>
          </p:nvPr>
        </p:nvSpPr>
        <p:spPr>
          <a:xfrm>
            <a:off x="713225" y="3622248"/>
            <a:ext cx="2305500" cy="3852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Archivo"/>
              <a:buNone/>
              <a:defRPr b="1" sz="2000">
                <a:latin typeface="Archivo"/>
                <a:ea typeface="Archivo"/>
                <a:cs typeface="Archivo"/>
                <a:sym typeface="Archivo"/>
              </a:defRPr>
            </a:lvl1pPr>
            <a:lvl2pPr lvl="1" algn="ctr">
              <a:lnSpc>
                <a:spcPct val="115000"/>
              </a:lnSpc>
              <a:spcBef>
                <a:spcPts val="0"/>
              </a:spcBef>
              <a:spcAft>
                <a:spcPts val="0"/>
              </a:spcAft>
              <a:buSzPts val="2400"/>
              <a:buFont typeface="Archivo"/>
              <a:buNone/>
              <a:defRPr b="1" sz="2400">
                <a:latin typeface="Archivo"/>
                <a:ea typeface="Archivo"/>
                <a:cs typeface="Archivo"/>
                <a:sym typeface="Archivo"/>
              </a:defRPr>
            </a:lvl2pPr>
            <a:lvl3pPr lvl="2" algn="ctr">
              <a:lnSpc>
                <a:spcPct val="115000"/>
              </a:lnSpc>
              <a:spcBef>
                <a:spcPts val="0"/>
              </a:spcBef>
              <a:spcAft>
                <a:spcPts val="0"/>
              </a:spcAft>
              <a:buSzPts val="2400"/>
              <a:buFont typeface="Archivo"/>
              <a:buNone/>
              <a:defRPr b="1" sz="2400">
                <a:latin typeface="Archivo"/>
                <a:ea typeface="Archivo"/>
                <a:cs typeface="Archivo"/>
                <a:sym typeface="Archivo"/>
              </a:defRPr>
            </a:lvl3pPr>
            <a:lvl4pPr lvl="3" algn="ctr">
              <a:lnSpc>
                <a:spcPct val="115000"/>
              </a:lnSpc>
              <a:spcBef>
                <a:spcPts val="0"/>
              </a:spcBef>
              <a:spcAft>
                <a:spcPts val="0"/>
              </a:spcAft>
              <a:buSzPts val="2400"/>
              <a:buFont typeface="Archivo"/>
              <a:buNone/>
              <a:defRPr b="1" sz="2400">
                <a:latin typeface="Archivo"/>
                <a:ea typeface="Archivo"/>
                <a:cs typeface="Archivo"/>
                <a:sym typeface="Archivo"/>
              </a:defRPr>
            </a:lvl4pPr>
            <a:lvl5pPr lvl="4" algn="ctr">
              <a:lnSpc>
                <a:spcPct val="115000"/>
              </a:lnSpc>
              <a:spcBef>
                <a:spcPts val="0"/>
              </a:spcBef>
              <a:spcAft>
                <a:spcPts val="0"/>
              </a:spcAft>
              <a:buSzPts val="2400"/>
              <a:buFont typeface="Archivo"/>
              <a:buNone/>
              <a:defRPr b="1" sz="2400">
                <a:latin typeface="Archivo"/>
                <a:ea typeface="Archivo"/>
                <a:cs typeface="Archivo"/>
                <a:sym typeface="Archivo"/>
              </a:defRPr>
            </a:lvl5pPr>
            <a:lvl6pPr lvl="5" algn="ctr">
              <a:lnSpc>
                <a:spcPct val="115000"/>
              </a:lnSpc>
              <a:spcBef>
                <a:spcPts val="0"/>
              </a:spcBef>
              <a:spcAft>
                <a:spcPts val="0"/>
              </a:spcAft>
              <a:buSzPts val="2400"/>
              <a:buFont typeface="Archivo"/>
              <a:buNone/>
              <a:defRPr b="1" sz="2400">
                <a:latin typeface="Archivo"/>
                <a:ea typeface="Archivo"/>
                <a:cs typeface="Archivo"/>
                <a:sym typeface="Archivo"/>
              </a:defRPr>
            </a:lvl6pPr>
            <a:lvl7pPr lvl="6" algn="ctr">
              <a:lnSpc>
                <a:spcPct val="115000"/>
              </a:lnSpc>
              <a:spcBef>
                <a:spcPts val="0"/>
              </a:spcBef>
              <a:spcAft>
                <a:spcPts val="0"/>
              </a:spcAft>
              <a:buSzPts val="2400"/>
              <a:buFont typeface="Archivo"/>
              <a:buNone/>
              <a:defRPr b="1" sz="2400">
                <a:latin typeface="Archivo"/>
                <a:ea typeface="Archivo"/>
                <a:cs typeface="Archivo"/>
                <a:sym typeface="Archivo"/>
              </a:defRPr>
            </a:lvl7pPr>
            <a:lvl8pPr lvl="7" algn="ctr">
              <a:lnSpc>
                <a:spcPct val="115000"/>
              </a:lnSpc>
              <a:spcBef>
                <a:spcPts val="0"/>
              </a:spcBef>
              <a:spcAft>
                <a:spcPts val="0"/>
              </a:spcAft>
              <a:buSzPts val="2400"/>
              <a:buFont typeface="Archivo"/>
              <a:buNone/>
              <a:defRPr b="1" sz="2400">
                <a:latin typeface="Archivo"/>
                <a:ea typeface="Archivo"/>
                <a:cs typeface="Archivo"/>
                <a:sym typeface="Archivo"/>
              </a:defRPr>
            </a:lvl8pPr>
            <a:lvl9pPr lvl="8" algn="ctr">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sp>
        <p:nvSpPr>
          <p:cNvPr id="163" name="Google Shape;163;p52"/>
          <p:cNvSpPr txBox="1"/>
          <p:nvPr>
            <p:ph idx="18" type="subTitle"/>
          </p:nvPr>
        </p:nvSpPr>
        <p:spPr>
          <a:xfrm>
            <a:off x="3419250" y="3622248"/>
            <a:ext cx="2305500" cy="3852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Archivo"/>
              <a:buNone/>
              <a:defRPr b="1" sz="2000">
                <a:latin typeface="Archivo"/>
                <a:ea typeface="Archivo"/>
                <a:cs typeface="Archivo"/>
                <a:sym typeface="Archivo"/>
              </a:defRPr>
            </a:lvl1pPr>
            <a:lvl2pPr lvl="1" algn="ctr">
              <a:lnSpc>
                <a:spcPct val="115000"/>
              </a:lnSpc>
              <a:spcBef>
                <a:spcPts val="0"/>
              </a:spcBef>
              <a:spcAft>
                <a:spcPts val="0"/>
              </a:spcAft>
              <a:buSzPts val="2400"/>
              <a:buFont typeface="Archivo"/>
              <a:buNone/>
              <a:defRPr b="1" sz="2400">
                <a:latin typeface="Archivo"/>
                <a:ea typeface="Archivo"/>
                <a:cs typeface="Archivo"/>
                <a:sym typeface="Archivo"/>
              </a:defRPr>
            </a:lvl2pPr>
            <a:lvl3pPr lvl="2" algn="ctr">
              <a:lnSpc>
                <a:spcPct val="115000"/>
              </a:lnSpc>
              <a:spcBef>
                <a:spcPts val="0"/>
              </a:spcBef>
              <a:spcAft>
                <a:spcPts val="0"/>
              </a:spcAft>
              <a:buSzPts val="2400"/>
              <a:buFont typeface="Archivo"/>
              <a:buNone/>
              <a:defRPr b="1" sz="2400">
                <a:latin typeface="Archivo"/>
                <a:ea typeface="Archivo"/>
                <a:cs typeface="Archivo"/>
                <a:sym typeface="Archivo"/>
              </a:defRPr>
            </a:lvl3pPr>
            <a:lvl4pPr lvl="3" algn="ctr">
              <a:lnSpc>
                <a:spcPct val="115000"/>
              </a:lnSpc>
              <a:spcBef>
                <a:spcPts val="0"/>
              </a:spcBef>
              <a:spcAft>
                <a:spcPts val="0"/>
              </a:spcAft>
              <a:buSzPts val="2400"/>
              <a:buFont typeface="Archivo"/>
              <a:buNone/>
              <a:defRPr b="1" sz="2400">
                <a:latin typeface="Archivo"/>
                <a:ea typeface="Archivo"/>
                <a:cs typeface="Archivo"/>
                <a:sym typeface="Archivo"/>
              </a:defRPr>
            </a:lvl4pPr>
            <a:lvl5pPr lvl="4" algn="ctr">
              <a:lnSpc>
                <a:spcPct val="115000"/>
              </a:lnSpc>
              <a:spcBef>
                <a:spcPts val="0"/>
              </a:spcBef>
              <a:spcAft>
                <a:spcPts val="0"/>
              </a:spcAft>
              <a:buSzPts val="2400"/>
              <a:buFont typeface="Archivo"/>
              <a:buNone/>
              <a:defRPr b="1" sz="2400">
                <a:latin typeface="Archivo"/>
                <a:ea typeface="Archivo"/>
                <a:cs typeface="Archivo"/>
                <a:sym typeface="Archivo"/>
              </a:defRPr>
            </a:lvl5pPr>
            <a:lvl6pPr lvl="5" algn="ctr">
              <a:lnSpc>
                <a:spcPct val="115000"/>
              </a:lnSpc>
              <a:spcBef>
                <a:spcPts val="0"/>
              </a:spcBef>
              <a:spcAft>
                <a:spcPts val="0"/>
              </a:spcAft>
              <a:buSzPts val="2400"/>
              <a:buFont typeface="Archivo"/>
              <a:buNone/>
              <a:defRPr b="1" sz="2400">
                <a:latin typeface="Archivo"/>
                <a:ea typeface="Archivo"/>
                <a:cs typeface="Archivo"/>
                <a:sym typeface="Archivo"/>
              </a:defRPr>
            </a:lvl6pPr>
            <a:lvl7pPr lvl="6" algn="ctr">
              <a:lnSpc>
                <a:spcPct val="115000"/>
              </a:lnSpc>
              <a:spcBef>
                <a:spcPts val="0"/>
              </a:spcBef>
              <a:spcAft>
                <a:spcPts val="0"/>
              </a:spcAft>
              <a:buSzPts val="2400"/>
              <a:buFont typeface="Archivo"/>
              <a:buNone/>
              <a:defRPr b="1" sz="2400">
                <a:latin typeface="Archivo"/>
                <a:ea typeface="Archivo"/>
                <a:cs typeface="Archivo"/>
                <a:sym typeface="Archivo"/>
              </a:defRPr>
            </a:lvl7pPr>
            <a:lvl8pPr lvl="7" algn="ctr">
              <a:lnSpc>
                <a:spcPct val="115000"/>
              </a:lnSpc>
              <a:spcBef>
                <a:spcPts val="0"/>
              </a:spcBef>
              <a:spcAft>
                <a:spcPts val="0"/>
              </a:spcAft>
              <a:buSzPts val="2400"/>
              <a:buFont typeface="Archivo"/>
              <a:buNone/>
              <a:defRPr b="1" sz="2400">
                <a:latin typeface="Archivo"/>
                <a:ea typeface="Archivo"/>
                <a:cs typeface="Archivo"/>
                <a:sym typeface="Archivo"/>
              </a:defRPr>
            </a:lvl8pPr>
            <a:lvl9pPr lvl="8" algn="ctr">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sp>
        <p:nvSpPr>
          <p:cNvPr id="164" name="Google Shape;164;p52"/>
          <p:cNvSpPr txBox="1"/>
          <p:nvPr>
            <p:ph idx="19" type="subTitle"/>
          </p:nvPr>
        </p:nvSpPr>
        <p:spPr>
          <a:xfrm>
            <a:off x="3419250" y="1937038"/>
            <a:ext cx="2305500" cy="3852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Archivo"/>
              <a:buNone/>
              <a:defRPr b="1" sz="2000">
                <a:latin typeface="Archivo"/>
                <a:ea typeface="Archivo"/>
                <a:cs typeface="Archivo"/>
                <a:sym typeface="Archivo"/>
              </a:defRPr>
            </a:lvl1pPr>
            <a:lvl2pPr lvl="1" algn="ctr">
              <a:lnSpc>
                <a:spcPct val="115000"/>
              </a:lnSpc>
              <a:spcBef>
                <a:spcPts val="0"/>
              </a:spcBef>
              <a:spcAft>
                <a:spcPts val="0"/>
              </a:spcAft>
              <a:buSzPts val="2400"/>
              <a:buFont typeface="Archivo"/>
              <a:buNone/>
              <a:defRPr b="1" sz="2400">
                <a:latin typeface="Archivo"/>
                <a:ea typeface="Archivo"/>
                <a:cs typeface="Archivo"/>
                <a:sym typeface="Archivo"/>
              </a:defRPr>
            </a:lvl2pPr>
            <a:lvl3pPr lvl="2" algn="ctr">
              <a:lnSpc>
                <a:spcPct val="115000"/>
              </a:lnSpc>
              <a:spcBef>
                <a:spcPts val="0"/>
              </a:spcBef>
              <a:spcAft>
                <a:spcPts val="0"/>
              </a:spcAft>
              <a:buSzPts val="2400"/>
              <a:buFont typeface="Archivo"/>
              <a:buNone/>
              <a:defRPr b="1" sz="2400">
                <a:latin typeface="Archivo"/>
                <a:ea typeface="Archivo"/>
                <a:cs typeface="Archivo"/>
                <a:sym typeface="Archivo"/>
              </a:defRPr>
            </a:lvl3pPr>
            <a:lvl4pPr lvl="3" algn="ctr">
              <a:lnSpc>
                <a:spcPct val="115000"/>
              </a:lnSpc>
              <a:spcBef>
                <a:spcPts val="0"/>
              </a:spcBef>
              <a:spcAft>
                <a:spcPts val="0"/>
              </a:spcAft>
              <a:buSzPts val="2400"/>
              <a:buFont typeface="Archivo"/>
              <a:buNone/>
              <a:defRPr b="1" sz="2400">
                <a:latin typeface="Archivo"/>
                <a:ea typeface="Archivo"/>
                <a:cs typeface="Archivo"/>
                <a:sym typeface="Archivo"/>
              </a:defRPr>
            </a:lvl4pPr>
            <a:lvl5pPr lvl="4" algn="ctr">
              <a:lnSpc>
                <a:spcPct val="115000"/>
              </a:lnSpc>
              <a:spcBef>
                <a:spcPts val="0"/>
              </a:spcBef>
              <a:spcAft>
                <a:spcPts val="0"/>
              </a:spcAft>
              <a:buSzPts val="2400"/>
              <a:buFont typeface="Archivo"/>
              <a:buNone/>
              <a:defRPr b="1" sz="2400">
                <a:latin typeface="Archivo"/>
                <a:ea typeface="Archivo"/>
                <a:cs typeface="Archivo"/>
                <a:sym typeface="Archivo"/>
              </a:defRPr>
            </a:lvl5pPr>
            <a:lvl6pPr lvl="5" algn="ctr">
              <a:lnSpc>
                <a:spcPct val="115000"/>
              </a:lnSpc>
              <a:spcBef>
                <a:spcPts val="0"/>
              </a:spcBef>
              <a:spcAft>
                <a:spcPts val="0"/>
              </a:spcAft>
              <a:buSzPts val="2400"/>
              <a:buFont typeface="Archivo"/>
              <a:buNone/>
              <a:defRPr b="1" sz="2400">
                <a:latin typeface="Archivo"/>
                <a:ea typeface="Archivo"/>
                <a:cs typeface="Archivo"/>
                <a:sym typeface="Archivo"/>
              </a:defRPr>
            </a:lvl6pPr>
            <a:lvl7pPr lvl="6" algn="ctr">
              <a:lnSpc>
                <a:spcPct val="115000"/>
              </a:lnSpc>
              <a:spcBef>
                <a:spcPts val="0"/>
              </a:spcBef>
              <a:spcAft>
                <a:spcPts val="0"/>
              </a:spcAft>
              <a:buSzPts val="2400"/>
              <a:buFont typeface="Archivo"/>
              <a:buNone/>
              <a:defRPr b="1" sz="2400">
                <a:latin typeface="Archivo"/>
                <a:ea typeface="Archivo"/>
                <a:cs typeface="Archivo"/>
                <a:sym typeface="Archivo"/>
              </a:defRPr>
            </a:lvl7pPr>
            <a:lvl8pPr lvl="7" algn="ctr">
              <a:lnSpc>
                <a:spcPct val="115000"/>
              </a:lnSpc>
              <a:spcBef>
                <a:spcPts val="0"/>
              </a:spcBef>
              <a:spcAft>
                <a:spcPts val="0"/>
              </a:spcAft>
              <a:buSzPts val="2400"/>
              <a:buFont typeface="Archivo"/>
              <a:buNone/>
              <a:defRPr b="1" sz="2400">
                <a:latin typeface="Archivo"/>
                <a:ea typeface="Archivo"/>
                <a:cs typeface="Archivo"/>
                <a:sym typeface="Archivo"/>
              </a:defRPr>
            </a:lvl8pPr>
            <a:lvl9pPr lvl="8" algn="ctr">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sp>
        <p:nvSpPr>
          <p:cNvPr id="165" name="Google Shape;165;p52"/>
          <p:cNvSpPr txBox="1"/>
          <p:nvPr>
            <p:ph idx="20" type="subTitle"/>
          </p:nvPr>
        </p:nvSpPr>
        <p:spPr>
          <a:xfrm>
            <a:off x="6125275" y="3622248"/>
            <a:ext cx="2305500" cy="3852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Archivo"/>
              <a:buNone/>
              <a:defRPr b="1" sz="2000">
                <a:latin typeface="Archivo"/>
                <a:ea typeface="Archivo"/>
                <a:cs typeface="Archivo"/>
                <a:sym typeface="Archivo"/>
              </a:defRPr>
            </a:lvl1pPr>
            <a:lvl2pPr lvl="1" algn="ctr">
              <a:lnSpc>
                <a:spcPct val="115000"/>
              </a:lnSpc>
              <a:spcBef>
                <a:spcPts val="0"/>
              </a:spcBef>
              <a:spcAft>
                <a:spcPts val="0"/>
              </a:spcAft>
              <a:buSzPts val="2400"/>
              <a:buFont typeface="Archivo"/>
              <a:buNone/>
              <a:defRPr b="1" sz="2400">
                <a:latin typeface="Archivo"/>
                <a:ea typeface="Archivo"/>
                <a:cs typeface="Archivo"/>
                <a:sym typeface="Archivo"/>
              </a:defRPr>
            </a:lvl2pPr>
            <a:lvl3pPr lvl="2" algn="ctr">
              <a:lnSpc>
                <a:spcPct val="115000"/>
              </a:lnSpc>
              <a:spcBef>
                <a:spcPts val="0"/>
              </a:spcBef>
              <a:spcAft>
                <a:spcPts val="0"/>
              </a:spcAft>
              <a:buSzPts val="2400"/>
              <a:buFont typeface="Archivo"/>
              <a:buNone/>
              <a:defRPr b="1" sz="2400">
                <a:latin typeface="Archivo"/>
                <a:ea typeface="Archivo"/>
                <a:cs typeface="Archivo"/>
                <a:sym typeface="Archivo"/>
              </a:defRPr>
            </a:lvl3pPr>
            <a:lvl4pPr lvl="3" algn="ctr">
              <a:lnSpc>
                <a:spcPct val="115000"/>
              </a:lnSpc>
              <a:spcBef>
                <a:spcPts val="0"/>
              </a:spcBef>
              <a:spcAft>
                <a:spcPts val="0"/>
              </a:spcAft>
              <a:buSzPts val="2400"/>
              <a:buFont typeface="Archivo"/>
              <a:buNone/>
              <a:defRPr b="1" sz="2400">
                <a:latin typeface="Archivo"/>
                <a:ea typeface="Archivo"/>
                <a:cs typeface="Archivo"/>
                <a:sym typeface="Archivo"/>
              </a:defRPr>
            </a:lvl4pPr>
            <a:lvl5pPr lvl="4" algn="ctr">
              <a:lnSpc>
                <a:spcPct val="115000"/>
              </a:lnSpc>
              <a:spcBef>
                <a:spcPts val="0"/>
              </a:spcBef>
              <a:spcAft>
                <a:spcPts val="0"/>
              </a:spcAft>
              <a:buSzPts val="2400"/>
              <a:buFont typeface="Archivo"/>
              <a:buNone/>
              <a:defRPr b="1" sz="2400">
                <a:latin typeface="Archivo"/>
                <a:ea typeface="Archivo"/>
                <a:cs typeface="Archivo"/>
                <a:sym typeface="Archivo"/>
              </a:defRPr>
            </a:lvl5pPr>
            <a:lvl6pPr lvl="5" algn="ctr">
              <a:lnSpc>
                <a:spcPct val="115000"/>
              </a:lnSpc>
              <a:spcBef>
                <a:spcPts val="0"/>
              </a:spcBef>
              <a:spcAft>
                <a:spcPts val="0"/>
              </a:spcAft>
              <a:buSzPts val="2400"/>
              <a:buFont typeface="Archivo"/>
              <a:buNone/>
              <a:defRPr b="1" sz="2400">
                <a:latin typeface="Archivo"/>
                <a:ea typeface="Archivo"/>
                <a:cs typeface="Archivo"/>
                <a:sym typeface="Archivo"/>
              </a:defRPr>
            </a:lvl6pPr>
            <a:lvl7pPr lvl="6" algn="ctr">
              <a:lnSpc>
                <a:spcPct val="115000"/>
              </a:lnSpc>
              <a:spcBef>
                <a:spcPts val="0"/>
              </a:spcBef>
              <a:spcAft>
                <a:spcPts val="0"/>
              </a:spcAft>
              <a:buSzPts val="2400"/>
              <a:buFont typeface="Archivo"/>
              <a:buNone/>
              <a:defRPr b="1" sz="2400">
                <a:latin typeface="Archivo"/>
                <a:ea typeface="Archivo"/>
                <a:cs typeface="Archivo"/>
                <a:sym typeface="Archivo"/>
              </a:defRPr>
            </a:lvl7pPr>
            <a:lvl8pPr lvl="7" algn="ctr">
              <a:lnSpc>
                <a:spcPct val="115000"/>
              </a:lnSpc>
              <a:spcBef>
                <a:spcPts val="0"/>
              </a:spcBef>
              <a:spcAft>
                <a:spcPts val="0"/>
              </a:spcAft>
              <a:buSzPts val="2400"/>
              <a:buFont typeface="Archivo"/>
              <a:buNone/>
              <a:defRPr b="1" sz="2400">
                <a:latin typeface="Archivo"/>
                <a:ea typeface="Archivo"/>
                <a:cs typeface="Archivo"/>
                <a:sym typeface="Archivo"/>
              </a:defRPr>
            </a:lvl8pPr>
            <a:lvl9pPr lvl="8" algn="ctr">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sp>
        <p:nvSpPr>
          <p:cNvPr id="166" name="Google Shape;166;p52"/>
          <p:cNvSpPr txBox="1"/>
          <p:nvPr>
            <p:ph idx="21" type="subTitle"/>
          </p:nvPr>
        </p:nvSpPr>
        <p:spPr>
          <a:xfrm>
            <a:off x="6125275" y="1937038"/>
            <a:ext cx="2305500" cy="3852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Archivo"/>
              <a:buNone/>
              <a:defRPr b="1" sz="2000">
                <a:latin typeface="Archivo"/>
                <a:ea typeface="Archivo"/>
                <a:cs typeface="Archivo"/>
                <a:sym typeface="Archivo"/>
              </a:defRPr>
            </a:lvl1pPr>
            <a:lvl2pPr lvl="1" algn="ctr">
              <a:lnSpc>
                <a:spcPct val="115000"/>
              </a:lnSpc>
              <a:spcBef>
                <a:spcPts val="0"/>
              </a:spcBef>
              <a:spcAft>
                <a:spcPts val="0"/>
              </a:spcAft>
              <a:buSzPts val="2400"/>
              <a:buFont typeface="Archivo"/>
              <a:buNone/>
              <a:defRPr b="1" sz="2400">
                <a:latin typeface="Archivo"/>
                <a:ea typeface="Archivo"/>
                <a:cs typeface="Archivo"/>
                <a:sym typeface="Archivo"/>
              </a:defRPr>
            </a:lvl2pPr>
            <a:lvl3pPr lvl="2" algn="ctr">
              <a:lnSpc>
                <a:spcPct val="115000"/>
              </a:lnSpc>
              <a:spcBef>
                <a:spcPts val="0"/>
              </a:spcBef>
              <a:spcAft>
                <a:spcPts val="0"/>
              </a:spcAft>
              <a:buSzPts val="2400"/>
              <a:buFont typeface="Archivo"/>
              <a:buNone/>
              <a:defRPr b="1" sz="2400">
                <a:latin typeface="Archivo"/>
                <a:ea typeface="Archivo"/>
                <a:cs typeface="Archivo"/>
                <a:sym typeface="Archivo"/>
              </a:defRPr>
            </a:lvl3pPr>
            <a:lvl4pPr lvl="3" algn="ctr">
              <a:lnSpc>
                <a:spcPct val="115000"/>
              </a:lnSpc>
              <a:spcBef>
                <a:spcPts val="0"/>
              </a:spcBef>
              <a:spcAft>
                <a:spcPts val="0"/>
              </a:spcAft>
              <a:buSzPts val="2400"/>
              <a:buFont typeface="Archivo"/>
              <a:buNone/>
              <a:defRPr b="1" sz="2400">
                <a:latin typeface="Archivo"/>
                <a:ea typeface="Archivo"/>
                <a:cs typeface="Archivo"/>
                <a:sym typeface="Archivo"/>
              </a:defRPr>
            </a:lvl4pPr>
            <a:lvl5pPr lvl="4" algn="ctr">
              <a:lnSpc>
                <a:spcPct val="115000"/>
              </a:lnSpc>
              <a:spcBef>
                <a:spcPts val="0"/>
              </a:spcBef>
              <a:spcAft>
                <a:spcPts val="0"/>
              </a:spcAft>
              <a:buSzPts val="2400"/>
              <a:buFont typeface="Archivo"/>
              <a:buNone/>
              <a:defRPr b="1" sz="2400">
                <a:latin typeface="Archivo"/>
                <a:ea typeface="Archivo"/>
                <a:cs typeface="Archivo"/>
                <a:sym typeface="Archivo"/>
              </a:defRPr>
            </a:lvl5pPr>
            <a:lvl6pPr lvl="5" algn="ctr">
              <a:lnSpc>
                <a:spcPct val="115000"/>
              </a:lnSpc>
              <a:spcBef>
                <a:spcPts val="0"/>
              </a:spcBef>
              <a:spcAft>
                <a:spcPts val="0"/>
              </a:spcAft>
              <a:buSzPts val="2400"/>
              <a:buFont typeface="Archivo"/>
              <a:buNone/>
              <a:defRPr b="1" sz="2400">
                <a:latin typeface="Archivo"/>
                <a:ea typeface="Archivo"/>
                <a:cs typeface="Archivo"/>
                <a:sym typeface="Archivo"/>
              </a:defRPr>
            </a:lvl6pPr>
            <a:lvl7pPr lvl="6" algn="ctr">
              <a:lnSpc>
                <a:spcPct val="115000"/>
              </a:lnSpc>
              <a:spcBef>
                <a:spcPts val="0"/>
              </a:spcBef>
              <a:spcAft>
                <a:spcPts val="0"/>
              </a:spcAft>
              <a:buSzPts val="2400"/>
              <a:buFont typeface="Archivo"/>
              <a:buNone/>
              <a:defRPr b="1" sz="2400">
                <a:latin typeface="Archivo"/>
                <a:ea typeface="Archivo"/>
                <a:cs typeface="Archivo"/>
                <a:sym typeface="Archivo"/>
              </a:defRPr>
            </a:lvl7pPr>
            <a:lvl8pPr lvl="7" algn="ctr">
              <a:lnSpc>
                <a:spcPct val="115000"/>
              </a:lnSpc>
              <a:spcBef>
                <a:spcPts val="0"/>
              </a:spcBef>
              <a:spcAft>
                <a:spcPts val="0"/>
              </a:spcAft>
              <a:buSzPts val="2400"/>
              <a:buFont typeface="Archivo"/>
              <a:buNone/>
              <a:defRPr b="1" sz="2400">
                <a:latin typeface="Archivo"/>
                <a:ea typeface="Archivo"/>
                <a:cs typeface="Archivo"/>
                <a:sym typeface="Archivo"/>
              </a:defRPr>
            </a:lvl8pPr>
            <a:lvl9pPr lvl="8" algn="ctr">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7" name="Shape 167"/>
        <p:cNvGrpSpPr/>
        <p:nvPr/>
      </p:nvGrpSpPr>
      <p:grpSpPr>
        <a:xfrm>
          <a:off x="0" y="0"/>
          <a:ext cx="0" cy="0"/>
          <a:chOff x="0" y="0"/>
          <a:chExt cx="0" cy="0"/>
        </a:xfrm>
      </p:grpSpPr>
      <p:grpSp>
        <p:nvGrpSpPr>
          <p:cNvPr id="168" name="Google Shape;168;p53"/>
          <p:cNvGrpSpPr/>
          <p:nvPr/>
        </p:nvGrpSpPr>
        <p:grpSpPr>
          <a:xfrm>
            <a:off x="-319453" y="-917150"/>
            <a:ext cx="9860391" cy="5957900"/>
            <a:chOff x="-319453" y="-917150"/>
            <a:chExt cx="9860391" cy="5957900"/>
          </a:xfrm>
        </p:grpSpPr>
        <p:grpSp>
          <p:nvGrpSpPr>
            <p:cNvPr id="169" name="Google Shape;169;p53"/>
            <p:cNvGrpSpPr/>
            <p:nvPr/>
          </p:nvGrpSpPr>
          <p:grpSpPr>
            <a:xfrm flipH="1" rot="10800000">
              <a:off x="7467353" y="3080077"/>
              <a:ext cx="2073585" cy="1960673"/>
              <a:chOff x="7455765" y="-80873"/>
              <a:chExt cx="2073585" cy="1960673"/>
            </a:xfrm>
          </p:grpSpPr>
          <p:grpSp>
            <p:nvGrpSpPr>
              <p:cNvPr id="170" name="Google Shape;170;p53"/>
              <p:cNvGrpSpPr/>
              <p:nvPr/>
            </p:nvGrpSpPr>
            <p:grpSpPr>
              <a:xfrm>
                <a:off x="7455765" y="-80873"/>
                <a:ext cx="2073585" cy="1960673"/>
                <a:chOff x="7455765" y="-80873"/>
                <a:chExt cx="2073585" cy="1960673"/>
              </a:xfrm>
            </p:grpSpPr>
            <p:grpSp>
              <p:nvGrpSpPr>
                <p:cNvPr id="171" name="Google Shape;171;p53"/>
                <p:cNvGrpSpPr/>
                <p:nvPr/>
              </p:nvGrpSpPr>
              <p:grpSpPr>
                <a:xfrm>
                  <a:off x="7455765" y="-80873"/>
                  <a:ext cx="1935860" cy="557223"/>
                  <a:chOff x="1329040" y="2024002"/>
                  <a:chExt cx="1935860" cy="557223"/>
                </a:xfrm>
              </p:grpSpPr>
              <p:grpSp>
                <p:nvGrpSpPr>
                  <p:cNvPr id="172" name="Google Shape;172;p53"/>
                  <p:cNvGrpSpPr/>
                  <p:nvPr/>
                </p:nvGrpSpPr>
                <p:grpSpPr>
                  <a:xfrm rot="10800000">
                    <a:off x="2273907" y="2024002"/>
                    <a:ext cx="587793" cy="509104"/>
                    <a:chOff x="8022925" y="186250"/>
                    <a:chExt cx="815700" cy="706500"/>
                  </a:xfrm>
                </p:grpSpPr>
                <p:sp>
                  <p:nvSpPr>
                    <p:cNvPr id="173" name="Google Shape;173;p53"/>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74" name="Google Shape;174;p53"/>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75" name="Google Shape;175;p53"/>
                  <p:cNvSpPr/>
                  <p:nvPr/>
                </p:nvSpPr>
                <p:spPr>
                  <a:xfrm rot="10800000">
                    <a:off x="2349928" y="24789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176" name="Google Shape;176;p53"/>
                  <p:cNvCxnSpPr>
                    <a:stCxn id="173" idx="3"/>
                  </p:cNvCxnSpPr>
                  <p:nvPr/>
                </p:nvCxnSpPr>
                <p:spPr>
                  <a:xfrm>
                    <a:off x="2861700" y="2278554"/>
                    <a:ext cx="403200" cy="0"/>
                  </a:xfrm>
                  <a:prstGeom prst="straightConnector1">
                    <a:avLst/>
                  </a:prstGeom>
                  <a:noFill/>
                  <a:ln cap="flat" cmpd="sng" w="9525">
                    <a:solidFill>
                      <a:schemeClr val="dk2"/>
                    </a:solidFill>
                    <a:prstDash val="solid"/>
                    <a:round/>
                    <a:headEnd len="sm" w="sm" type="none"/>
                    <a:tailEnd len="sm" w="sm" type="none"/>
                  </a:ln>
                </p:spPr>
              </p:cxnSp>
              <p:cxnSp>
                <p:nvCxnSpPr>
                  <p:cNvPr id="177" name="Google Shape;177;p53"/>
                  <p:cNvCxnSpPr>
                    <a:stCxn id="173" idx="0"/>
                    <a:endCxn id="178" idx="2"/>
                  </p:cNvCxnSpPr>
                  <p:nvPr/>
                </p:nvCxnSpPr>
                <p:spPr>
                  <a:xfrm rot="10800000">
                    <a:off x="1407507" y="2278554"/>
                    <a:ext cx="866400" cy="0"/>
                  </a:xfrm>
                  <a:prstGeom prst="straightConnector1">
                    <a:avLst/>
                  </a:prstGeom>
                  <a:noFill/>
                  <a:ln cap="flat" cmpd="sng" w="9525">
                    <a:solidFill>
                      <a:schemeClr val="dk2"/>
                    </a:solidFill>
                    <a:prstDash val="solid"/>
                    <a:round/>
                    <a:headEnd len="sm" w="sm" type="none"/>
                    <a:tailEnd len="sm" w="sm" type="none"/>
                  </a:ln>
                </p:spPr>
              </p:cxnSp>
              <p:sp>
                <p:nvSpPr>
                  <p:cNvPr id="178" name="Google Shape;178;p53"/>
                  <p:cNvSpPr/>
                  <p:nvPr/>
                </p:nvSpPr>
                <p:spPr>
                  <a:xfrm rot="10800000">
                    <a:off x="1329040" y="2239213"/>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79" name="Google Shape;179;p53"/>
                <p:cNvGrpSpPr/>
                <p:nvPr/>
              </p:nvGrpSpPr>
              <p:grpSpPr>
                <a:xfrm>
                  <a:off x="7684015" y="528127"/>
                  <a:ext cx="1845335" cy="1351673"/>
                  <a:chOff x="1557290" y="2633002"/>
                  <a:chExt cx="1845335" cy="1351673"/>
                </a:xfrm>
              </p:grpSpPr>
              <p:grpSp>
                <p:nvGrpSpPr>
                  <p:cNvPr id="180" name="Google Shape;180;p53"/>
                  <p:cNvGrpSpPr/>
                  <p:nvPr/>
                </p:nvGrpSpPr>
                <p:grpSpPr>
                  <a:xfrm rot="10800000">
                    <a:off x="1673693" y="2677134"/>
                    <a:ext cx="917499" cy="794671"/>
                    <a:chOff x="8022925" y="186250"/>
                    <a:chExt cx="815700" cy="706500"/>
                  </a:xfrm>
                </p:grpSpPr>
                <p:sp>
                  <p:nvSpPr>
                    <p:cNvPr id="181" name="Google Shape;181;p53"/>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82" name="Google Shape;182;p53"/>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83" name="Google Shape;183;p53"/>
                  <p:cNvGrpSpPr/>
                  <p:nvPr/>
                </p:nvGrpSpPr>
                <p:grpSpPr>
                  <a:xfrm rot="10800000">
                    <a:off x="2814832" y="2633002"/>
                    <a:ext cx="587793" cy="509104"/>
                    <a:chOff x="8022925" y="186250"/>
                    <a:chExt cx="815700" cy="706500"/>
                  </a:xfrm>
                </p:grpSpPr>
                <p:sp>
                  <p:nvSpPr>
                    <p:cNvPr id="184" name="Google Shape;184;p53"/>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85" name="Google Shape;185;p53"/>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86" name="Google Shape;186;p53"/>
                  <p:cNvCxnSpPr>
                    <a:stCxn id="184" idx="0"/>
                  </p:cNvCxnSpPr>
                  <p:nvPr/>
                </p:nvCxnSpPr>
                <p:spPr>
                  <a:xfrm rot="10800000">
                    <a:off x="2660332" y="2887554"/>
                    <a:ext cx="154500" cy="0"/>
                  </a:xfrm>
                  <a:prstGeom prst="straightConnector1">
                    <a:avLst/>
                  </a:prstGeom>
                  <a:noFill/>
                  <a:ln cap="flat" cmpd="sng" w="9525">
                    <a:solidFill>
                      <a:schemeClr val="dk2"/>
                    </a:solidFill>
                    <a:prstDash val="solid"/>
                    <a:round/>
                    <a:headEnd len="sm" w="sm" type="none"/>
                    <a:tailEnd len="sm" w="sm" type="none"/>
                  </a:ln>
                </p:spPr>
              </p:cxnSp>
              <p:cxnSp>
                <p:nvCxnSpPr>
                  <p:cNvPr id="187" name="Google Shape;187;p53"/>
                  <p:cNvCxnSpPr>
                    <a:stCxn id="181" idx="3"/>
                  </p:cNvCxnSpPr>
                  <p:nvPr/>
                </p:nvCxnSpPr>
                <p:spPr>
                  <a:xfrm flipH="1" rot="10800000">
                    <a:off x="2591192" y="2886970"/>
                    <a:ext cx="73200" cy="187500"/>
                  </a:xfrm>
                  <a:prstGeom prst="straightConnector1">
                    <a:avLst/>
                  </a:prstGeom>
                  <a:noFill/>
                  <a:ln cap="flat" cmpd="sng" w="9525">
                    <a:solidFill>
                      <a:schemeClr val="dk2"/>
                    </a:solidFill>
                    <a:prstDash val="solid"/>
                    <a:round/>
                    <a:headEnd len="sm" w="sm" type="none"/>
                    <a:tailEnd len="sm" w="sm" type="none"/>
                  </a:ln>
                </p:spPr>
              </p:cxnSp>
              <p:cxnSp>
                <p:nvCxnSpPr>
                  <p:cNvPr id="188" name="Google Shape;188;p53"/>
                  <p:cNvCxnSpPr>
                    <a:stCxn id="181" idx="5"/>
                  </p:cNvCxnSpPr>
                  <p:nvPr/>
                </p:nvCxnSpPr>
                <p:spPr>
                  <a:xfrm flipH="1">
                    <a:off x="1596661" y="3471805"/>
                    <a:ext cx="275700" cy="477600"/>
                  </a:xfrm>
                  <a:prstGeom prst="straightConnector1">
                    <a:avLst/>
                  </a:prstGeom>
                  <a:noFill/>
                  <a:ln cap="flat" cmpd="sng" w="9525">
                    <a:solidFill>
                      <a:schemeClr val="dk2"/>
                    </a:solidFill>
                    <a:prstDash val="solid"/>
                    <a:round/>
                    <a:headEnd len="sm" w="sm" type="none"/>
                    <a:tailEnd len="sm" w="sm" type="none"/>
                  </a:ln>
                </p:spPr>
              </p:cxnSp>
              <p:sp>
                <p:nvSpPr>
                  <p:cNvPr id="189" name="Google Shape;189;p53"/>
                  <p:cNvSpPr/>
                  <p:nvPr/>
                </p:nvSpPr>
                <p:spPr>
                  <a:xfrm rot="10800000">
                    <a:off x="1557290" y="39060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
            <p:nvSpPr>
              <p:cNvPr id="190" name="Google Shape;190;p53"/>
              <p:cNvSpPr/>
              <p:nvPr/>
            </p:nvSpPr>
            <p:spPr>
              <a:xfrm>
                <a:off x="7637364" y="314128"/>
                <a:ext cx="307200" cy="2661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91" name="Google Shape;191;p53"/>
            <p:cNvGrpSpPr/>
            <p:nvPr/>
          </p:nvGrpSpPr>
          <p:grpSpPr>
            <a:xfrm>
              <a:off x="-319453" y="-917150"/>
              <a:ext cx="4691116" cy="2444748"/>
              <a:chOff x="-319453" y="-917150"/>
              <a:chExt cx="4691116" cy="2444748"/>
            </a:xfrm>
          </p:grpSpPr>
          <p:grpSp>
            <p:nvGrpSpPr>
              <p:cNvPr id="192" name="Google Shape;192;p53"/>
              <p:cNvGrpSpPr/>
              <p:nvPr/>
            </p:nvGrpSpPr>
            <p:grpSpPr>
              <a:xfrm>
                <a:off x="-319453" y="-917150"/>
                <a:ext cx="4691116" cy="2444748"/>
                <a:chOff x="-326803" y="-829100"/>
                <a:chExt cx="4691116" cy="2444748"/>
              </a:xfrm>
            </p:grpSpPr>
            <p:grpSp>
              <p:nvGrpSpPr>
                <p:cNvPr id="193" name="Google Shape;193;p53"/>
                <p:cNvGrpSpPr/>
                <p:nvPr/>
              </p:nvGrpSpPr>
              <p:grpSpPr>
                <a:xfrm>
                  <a:off x="-326803" y="-829100"/>
                  <a:ext cx="3417804" cy="2444748"/>
                  <a:chOff x="5222059" y="1707050"/>
                  <a:chExt cx="3417804" cy="2444748"/>
                </a:xfrm>
              </p:grpSpPr>
              <p:grpSp>
                <p:nvGrpSpPr>
                  <p:cNvPr id="194" name="Google Shape;194;p53"/>
                  <p:cNvGrpSpPr/>
                  <p:nvPr/>
                </p:nvGrpSpPr>
                <p:grpSpPr>
                  <a:xfrm>
                    <a:off x="6230684" y="2436004"/>
                    <a:ext cx="1245819" cy="1079037"/>
                    <a:chOff x="8022925" y="186250"/>
                    <a:chExt cx="815700" cy="706500"/>
                  </a:xfrm>
                </p:grpSpPr>
                <p:sp>
                  <p:nvSpPr>
                    <p:cNvPr id="195" name="Google Shape;195;p53"/>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96" name="Google Shape;196;p53"/>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97" name="Google Shape;197;p53"/>
                    <p:cNvSpPr/>
                    <p:nvPr/>
                  </p:nvSpPr>
                  <p:spPr>
                    <a:xfrm>
                      <a:off x="8240438" y="374705"/>
                      <a:ext cx="380700" cy="3297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98" name="Google Shape;198;p53"/>
                  <p:cNvGrpSpPr/>
                  <p:nvPr/>
                </p:nvGrpSpPr>
                <p:grpSpPr>
                  <a:xfrm>
                    <a:off x="5222059" y="3089020"/>
                    <a:ext cx="1008613" cy="873587"/>
                    <a:chOff x="8022925" y="186250"/>
                    <a:chExt cx="815700" cy="706500"/>
                  </a:xfrm>
                </p:grpSpPr>
                <p:sp>
                  <p:nvSpPr>
                    <p:cNvPr id="199" name="Google Shape;199;p53"/>
                    <p:cNvSpPr/>
                    <p:nvPr/>
                  </p:nvSpPr>
                  <p:spPr>
                    <a:xfrm>
                      <a:off x="8022925" y="186250"/>
                      <a:ext cx="815700" cy="706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00" name="Google Shape;200;p53"/>
                    <p:cNvSpPr/>
                    <p:nvPr/>
                  </p:nvSpPr>
                  <p:spPr>
                    <a:xfrm>
                      <a:off x="8066182" y="223764"/>
                      <a:ext cx="729300" cy="631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201" name="Google Shape;201;p53"/>
                  <p:cNvGrpSpPr/>
                  <p:nvPr/>
                </p:nvGrpSpPr>
                <p:grpSpPr>
                  <a:xfrm>
                    <a:off x="6286990" y="3642694"/>
                    <a:ext cx="587793" cy="509104"/>
                    <a:chOff x="8022925" y="186250"/>
                    <a:chExt cx="815700" cy="706500"/>
                  </a:xfrm>
                </p:grpSpPr>
                <p:sp>
                  <p:nvSpPr>
                    <p:cNvPr id="202" name="Google Shape;202;p53"/>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03" name="Google Shape;203;p53"/>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204" name="Google Shape;204;p53"/>
                  <p:cNvSpPr/>
                  <p:nvPr/>
                </p:nvSpPr>
                <p:spPr>
                  <a:xfrm>
                    <a:off x="6178600" y="29244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05" name="Google Shape;205;p53"/>
                  <p:cNvGrpSpPr/>
                  <p:nvPr/>
                </p:nvGrpSpPr>
                <p:grpSpPr>
                  <a:xfrm>
                    <a:off x="7766819" y="2597416"/>
                    <a:ext cx="873044" cy="756167"/>
                    <a:chOff x="8022925" y="186250"/>
                    <a:chExt cx="815700" cy="706500"/>
                  </a:xfrm>
                </p:grpSpPr>
                <p:sp>
                  <p:nvSpPr>
                    <p:cNvPr id="206" name="Google Shape;206;p53"/>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07" name="Google Shape;207;p53"/>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08" name="Google Shape;208;p53"/>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209" name="Google Shape;209;p53"/>
                  <p:cNvSpPr/>
                  <p:nvPr/>
                </p:nvSpPr>
                <p:spPr>
                  <a:xfrm>
                    <a:off x="7394176" y="3089024"/>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10" name="Google Shape;210;p53"/>
                  <p:cNvSpPr/>
                  <p:nvPr/>
                </p:nvSpPr>
                <p:spPr>
                  <a:xfrm>
                    <a:off x="7570513" y="25717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11" name="Google Shape;211;p53"/>
                  <p:cNvSpPr/>
                  <p:nvPr/>
                </p:nvSpPr>
                <p:spPr>
                  <a:xfrm>
                    <a:off x="7044827" y="3642703"/>
                    <a:ext cx="307200" cy="266100"/>
                  </a:xfrm>
                  <a:prstGeom prst="hexagon">
                    <a:avLst>
                      <a:gd fmla="val 25000" name="adj"/>
                      <a:gd fmla="val 115470" name="vf"/>
                    </a:avLst>
                  </a:prstGeom>
                  <a:solidFill>
                    <a:srgbClr val="AFE0BE">
                      <a:alpha val="71373"/>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12" name="Google Shape;212;p53"/>
                  <p:cNvGrpSpPr/>
                  <p:nvPr/>
                </p:nvGrpSpPr>
                <p:grpSpPr>
                  <a:xfrm>
                    <a:off x="6012275" y="1707050"/>
                    <a:ext cx="1754544" cy="1381970"/>
                    <a:chOff x="6012275" y="1707050"/>
                    <a:chExt cx="1754544" cy="1381970"/>
                  </a:xfrm>
                </p:grpSpPr>
                <p:grpSp>
                  <p:nvGrpSpPr>
                    <p:cNvPr id="213" name="Google Shape;213;p53"/>
                    <p:cNvGrpSpPr/>
                    <p:nvPr/>
                  </p:nvGrpSpPr>
                  <p:grpSpPr>
                    <a:xfrm>
                      <a:off x="6012275" y="2285500"/>
                      <a:ext cx="1754544" cy="803520"/>
                      <a:chOff x="6012275" y="2285500"/>
                      <a:chExt cx="1754544" cy="803520"/>
                    </a:xfrm>
                  </p:grpSpPr>
                  <p:cxnSp>
                    <p:nvCxnSpPr>
                      <p:cNvPr id="214" name="Google Shape;214;p53"/>
                      <p:cNvCxnSpPr>
                        <a:stCxn id="206"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215" name="Google Shape;215;p53"/>
                      <p:cNvGrpSpPr/>
                      <p:nvPr/>
                    </p:nvGrpSpPr>
                    <p:grpSpPr>
                      <a:xfrm>
                        <a:off x="6012275" y="2285500"/>
                        <a:ext cx="1603950" cy="803520"/>
                        <a:chOff x="6012275" y="2285500"/>
                        <a:chExt cx="1603950" cy="803520"/>
                      </a:xfrm>
                    </p:grpSpPr>
                    <p:cxnSp>
                      <p:nvCxnSpPr>
                        <p:cNvPr id="216" name="Google Shape;216;p53"/>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217" name="Google Shape;217;p53"/>
                        <p:cNvCxnSpPr/>
                        <p:nvPr/>
                      </p:nvCxnSpPr>
                      <p:spPr>
                        <a:xfrm rot="10800000">
                          <a:off x="6405500" y="2289200"/>
                          <a:ext cx="861000" cy="0"/>
                        </a:xfrm>
                        <a:prstGeom prst="straightConnector1">
                          <a:avLst/>
                        </a:prstGeom>
                        <a:noFill/>
                        <a:ln cap="flat" cmpd="sng" w="9525">
                          <a:solidFill>
                            <a:schemeClr val="dk2"/>
                          </a:solidFill>
                          <a:prstDash val="solid"/>
                          <a:round/>
                          <a:headEnd len="sm" w="sm" type="none"/>
                          <a:tailEnd len="sm" w="sm" type="none"/>
                        </a:ln>
                      </p:spPr>
                    </p:cxnSp>
                    <p:cxnSp>
                      <p:nvCxnSpPr>
                        <p:cNvPr id="218" name="Google Shape;218;p53"/>
                        <p:cNvCxnSpPr>
                          <a:stCxn id="199" idx="5"/>
                        </p:cNvCxnSpPr>
                        <p:nvPr/>
                      </p:nvCxnSpPr>
                      <p:spPr>
                        <a:xfrm flipH="1" rot="10800000">
                          <a:off x="6012275" y="2285620"/>
                          <a:ext cx="395400" cy="803400"/>
                        </a:xfrm>
                        <a:prstGeom prst="straightConnector1">
                          <a:avLst/>
                        </a:prstGeom>
                        <a:noFill/>
                        <a:ln cap="flat" cmpd="sng" w="9525">
                          <a:solidFill>
                            <a:schemeClr val="dk2"/>
                          </a:solidFill>
                          <a:prstDash val="solid"/>
                          <a:round/>
                          <a:headEnd len="sm" w="sm" type="none"/>
                          <a:tailEnd len="sm" w="sm" type="none"/>
                        </a:ln>
                      </p:spPr>
                    </p:cxnSp>
                  </p:grpSp>
                  <p:sp>
                    <p:nvSpPr>
                      <p:cNvPr id="219" name="Google Shape;219;p53"/>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220" name="Google Shape;220;p53"/>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221" name="Google Shape;221;p53"/>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222" name="Google Shape;222;p53"/>
                  <p:cNvSpPr/>
                  <p:nvPr/>
                </p:nvSpPr>
                <p:spPr>
                  <a:xfrm>
                    <a:off x="5975025" y="3049300"/>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223" name="Google Shape;223;p53"/>
                <p:cNvGrpSpPr/>
                <p:nvPr/>
              </p:nvGrpSpPr>
              <p:grpSpPr>
                <a:xfrm flipH="1">
                  <a:off x="3049402" y="525694"/>
                  <a:ext cx="1314911" cy="509104"/>
                  <a:chOff x="6536465" y="3032469"/>
                  <a:chExt cx="1314911" cy="509104"/>
                </a:xfrm>
              </p:grpSpPr>
              <p:grpSp>
                <p:nvGrpSpPr>
                  <p:cNvPr id="224" name="Google Shape;224;p53"/>
                  <p:cNvGrpSpPr/>
                  <p:nvPr/>
                </p:nvGrpSpPr>
                <p:grpSpPr>
                  <a:xfrm>
                    <a:off x="6536465" y="3032469"/>
                    <a:ext cx="587793" cy="509104"/>
                    <a:chOff x="8369130" y="-660579"/>
                    <a:chExt cx="815700" cy="706500"/>
                  </a:xfrm>
                </p:grpSpPr>
                <p:sp>
                  <p:nvSpPr>
                    <p:cNvPr id="225" name="Google Shape;225;p53"/>
                    <p:cNvSpPr/>
                    <p:nvPr/>
                  </p:nvSpPr>
                  <p:spPr>
                    <a:xfrm>
                      <a:off x="8369130" y="-660579"/>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26" name="Google Shape;226;p53"/>
                    <p:cNvSpPr/>
                    <p:nvPr/>
                  </p:nvSpPr>
                  <p:spPr>
                    <a:xfrm>
                      <a:off x="8460422" y="-581469"/>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227" name="Google Shape;227;p53"/>
                  <p:cNvSpPr/>
                  <p:nvPr/>
                </p:nvSpPr>
                <p:spPr>
                  <a:xfrm>
                    <a:off x="7394176" y="3089024"/>
                    <a:ext cx="457200" cy="3960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28" name="Google Shape;228;p53"/>
                  <p:cNvSpPr/>
                  <p:nvPr/>
                </p:nvSpPr>
                <p:spPr>
                  <a:xfrm>
                    <a:off x="7469177" y="3153978"/>
                    <a:ext cx="307200" cy="2661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229" name="Google Shape;229;p53"/>
                <p:cNvCxnSpPr>
                  <a:stCxn id="227" idx="3"/>
                  <a:endCxn id="225" idx="0"/>
                </p:cNvCxnSpPr>
                <p:nvPr/>
              </p:nvCxnSpPr>
              <p:spPr>
                <a:xfrm>
                  <a:off x="3506602" y="780249"/>
                  <a:ext cx="270000" cy="0"/>
                </a:xfrm>
                <a:prstGeom prst="straightConnector1">
                  <a:avLst/>
                </a:prstGeom>
                <a:noFill/>
                <a:ln cap="flat" cmpd="sng" w="9525">
                  <a:solidFill>
                    <a:schemeClr val="dk2"/>
                  </a:solidFill>
                  <a:prstDash val="solid"/>
                  <a:round/>
                  <a:headEnd len="sm" w="sm" type="none"/>
                  <a:tailEnd len="sm" w="sm" type="none"/>
                </a:ln>
              </p:spPr>
            </p:cxnSp>
          </p:grpSp>
          <p:sp>
            <p:nvSpPr>
              <p:cNvPr id="230" name="Google Shape;230;p53"/>
              <p:cNvSpPr/>
              <p:nvPr/>
            </p:nvSpPr>
            <p:spPr>
              <a:xfrm>
                <a:off x="2315150" y="8647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
        <p:nvSpPr>
          <p:cNvPr id="231" name="Google Shape;231;p53"/>
          <p:cNvSpPr txBox="1"/>
          <p:nvPr>
            <p:ph type="title"/>
          </p:nvPr>
        </p:nvSpPr>
        <p:spPr>
          <a:xfrm>
            <a:off x="713225" y="2652150"/>
            <a:ext cx="4064400" cy="84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32" name="Google Shape;232;p53"/>
          <p:cNvSpPr txBox="1"/>
          <p:nvPr>
            <p:ph idx="2" type="title"/>
          </p:nvPr>
        </p:nvSpPr>
        <p:spPr>
          <a:xfrm>
            <a:off x="720000" y="1913638"/>
            <a:ext cx="1324200" cy="84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233" name="Google Shape;233;p53"/>
          <p:cNvSpPr txBox="1"/>
          <p:nvPr>
            <p:ph idx="1" type="subTitle"/>
          </p:nvPr>
        </p:nvSpPr>
        <p:spPr>
          <a:xfrm>
            <a:off x="713225" y="3592128"/>
            <a:ext cx="4064400" cy="38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234" name="Google Shape;234;p53"/>
          <p:cNvSpPr/>
          <p:nvPr>
            <p:ph idx="3" type="pic"/>
          </p:nvPr>
        </p:nvSpPr>
        <p:spPr>
          <a:xfrm>
            <a:off x="4930725" y="1061800"/>
            <a:ext cx="3500100" cy="3019800"/>
          </a:xfrm>
          <a:prstGeom prst="rect">
            <a:avLst/>
          </a:prstGeom>
          <a:noFill/>
          <a:ln cap="flat" cmpd="sng" w="9525">
            <a:solidFill>
              <a:schemeClr val="dk2"/>
            </a:solidFill>
            <a:prstDash val="solid"/>
            <a:round/>
            <a:headEnd len="sm" w="sm" type="none"/>
            <a:tailEnd len="sm" w="sm" type="none"/>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235" name="Shape 235"/>
        <p:cNvGrpSpPr/>
        <p:nvPr/>
      </p:nvGrpSpPr>
      <p:grpSpPr>
        <a:xfrm>
          <a:off x="0" y="0"/>
          <a:ext cx="0" cy="0"/>
          <a:chOff x="0" y="0"/>
          <a:chExt cx="0" cy="0"/>
        </a:xfrm>
      </p:grpSpPr>
      <p:sp>
        <p:nvSpPr>
          <p:cNvPr id="236" name="Google Shape;236;p5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37" name="Google Shape;237;p54"/>
          <p:cNvSpPr txBox="1"/>
          <p:nvPr>
            <p:ph idx="1" type="subTitle"/>
          </p:nvPr>
        </p:nvSpPr>
        <p:spPr>
          <a:xfrm>
            <a:off x="720025" y="1714213"/>
            <a:ext cx="7704000" cy="530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38" name="Google Shape;238;p54"/>
          <p:cNvSpPr txBox="1"/>
          <p:nvPr>
            <p:ph idx="2" type="subTitle"/>
          </p:nvPr>
        </p:nvSpPr>
        <p:spPr>
          <a:xfrm>
            <a:off x="720025" y="2835905"/>
            <a:ext cx="77040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39" name="Google Shape;239;p54"/>
          <p:cNvSpPr txBox="1"/>
          <p:nvPr>
            <p:ph idx="3" type="subTitle"/>
          </p:nvPr>
        </p:nvSpPr>
        <p:spPr>
          <a:xfrm>
            <a:off x="720025" y="3954896"/>
            <a:ext cx="77040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40" name="Google Shape;240;p54"/>
          <p:cNvSpPr txBox="1"/>
          <p:nvPr>
            <p:ph idx="4" type="subTitle"/>
          </p:nvPr>
        </p:nvSpPr>
        <p:spPr>
          <a:xfrm>
            <a:off x="720025" y="1241271"/>
            <a:ext cx="7704000" cy="5304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Archivo"/>
              <a:buNone/>
              <a:defRPr b="1" sz="2000">
                <a:latin typeface="Archivo"/>
                <a:ea typeface="Archivo"/>
                <a:cs typeface="Archivo"/>
                <a:sym typeface="Archivo"/>
              </a:defRPr>
            </a:lvl1pPr>
            <a:lvl2pPr lvl="1" algn="l">
              <a:lnSpc>
                <a:spcPct val="115000"/>
              </a:lnSpc>
              <a:spcBef>
                <a:spcPts val="0"/>
              </a:spcBef>
              <a:spcAft>
                <a:spcPts val="0"/>
              </a:spcAft>
              <a:buSzPts val="2400"/>
              <a:buFont typeface="Archivo"/>
              <a:buNone/>
              <a:defRPr b="1" sz="2400">
                <a:latin typeface="Archivo"/>
                <a:ea typeface="Archivo"/>
                <a:cs typeface="Archivo"/>
                <a:sym typeface="Archivo"/>
              </a:defRPr>
            </a:lvl2pPr>
            <a:lvl3pPr lvl="2" algn="l">
              <a:lnSpc>
                <a:spcPct val="115000"/>
              </a:lnSpc>
              <a:spcBef>
                <a:spcPts val="0"/>
              </a:spcBef>
              <a:spcAft>
                <a:spcPts val="0"/>
              </a:spcAft>
              <a:buSzPts val="2400"/>
              <a:buFont typeface="Archivo"/>
              <a:buNone/>
              <a:defRPr b="1" sz="2400">
                <a:latin typeface="Archivo"/>
                <a:ea typeface="Archivo"/>
                <a:cs typeface="Archivo"/>
                <a:sym typeface="Archivo"/>
              </a:defRPr>
            </a:lvl3pPr>
            <a:lvl4pPr lvl="3" algn="l">
              <a:lnSpc>
                <a:spcPct val="115000"/>
              </a:lnSpc>
              <a:spcBef>
                <a:spcPts val="0"/>
              </a:spcBef>
              <a:spcAft>
                <a:spcPts val="0"/>
              </a:spcAft>
              <a:buSzPts val="2400"/>
              <a:buFont typeface="Archivo"/>
              <a:buNone/>
              <a:defRPr b="1" sz="2400">
                <a:latin typeface="Archivo"/>
                <a:ea typeface="Archivo"/>
                <a:cs typeface="Archivo"/>
                <a:sym typeface="Archivo"/>
              </a:defRPr>
            </a:lvl4pPr>
            <a:lvl5pPr lvl="4" algn="l">
              <a:lnSpc>
                <a:spcPct val="115000"/>
              </a:lnSpc>
              <a:spcBef>
                <a:spcPts val="0"/>
              </a:spcBef>
              <a:spcAft>
                <a:spcPts val="0"/>
              </a:spcAft>
              <a:buSzPts val="2400"/>
              <a:buFont typeface="Archivo"/>
              <a:buNone/>
              <a:defRPr b="1" sz="2400">
                <a:latin typeface="Archivo"/>
                <a:ea typeface="Archivo"/>
                <a:cs typeface="Archivo"/>
                <a:sym typeface="Archivo"/>
              </a:defRPr>
            </a:lvl5pPr>
            <a:lvl6pPr lvl="5" algn="l">
              <a:lnSpc>
                <a:spcPct val="115000"/>
              </a:lnSpc>
              <a:spcBef>
                <a:spcPts val="0"/>
              </a:spcBef>
              <a:spcAft>
                <a:spcPts val="0"/>
              </a:spcAft>
              <a:buSzPts val="2400"/>
              <a:buFont typeface="Archivo"/>
              <a:buNone/>
              <a:defRPr b="1" sz="2400">
                <a:latin typeface="Archivo"/>
                <a:ea typeface="Archivo"/>
                <a:cs typeface="Archivo"/>
                <a:sym typeface="Archivo"/>
              </a:defRPr>
            </a:lvl6pPr>
            <a:lvl7pPr lvl="6" algn="l">
              <a:lnSpc>
                <a:spcPct val="115000"/>
              </a:lnSpc>
              <a:spcBef>
                <a:spcPts val="0"/>
              </a:spcBef>
              <a:spcAft>
                <a:spcPts val="0"/>
              </a:spcAft>
              <a:buSzPts val="2400"/>
              <a:buFont typeface="Archivo"/>
              <a:buNone/>
              <a:defRPr b="1" sz="2400">
                <a:latin typeface="Archivo"/>
                <a:ea typeface="Archivo"/>
                <a:cs typeface="Archivo"/>
                <a:sym typeface="Archivo"/>
              </a:defRPr>
            </a:lvl7pPr>
            <a:lvl8pPr lvl="7" algn="l">
              <a:lnSpc>
                <a:spcPct val="115000"/>
              </a:lnSpc>
              <a:spcBef>
                <a:spcPts val="0"/>
              </a:spcBef>
              <a:spcAft>
                <a:spcPts val="0"/>
              </a:spcAft>
              <a:buSzPts val="2400"/>
              <a:buFont typeface="Archivo"/>
              <a:buNone/>
              <a:defRPr b="1" sz="2400">
                <a:latin typeface="Archivo"/>
                <a:ea typeface="Archivo"/>
                <a:cs typeface="Archivo"/>
                <a:sym typeface="Archivo"/>
              </a:defRPr>
            </a:lvl8pPr>
            <a:lvl9pPr lvl="8" algn="l">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sp>
        <p:nvSpPr>
          <p:cNvPr id="241" name="Google Shape;241;p54"/>
          <p:cNvSpPr txBox="1"/>
          <p:nvPr>
            <p:ph idx="5" type="subTitle"/>
          </p:nvPr>
        </p:nvSpPr>
        <p:spPr>
          <a:xfrm>
            <a:off x="720025" y="2357298"/>
            <a:ext cx="7704000" cy="5277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Archivo"/>
              <a:buNone/>
              <a:defRPr b="1" sz="2000">
                <a:latin typeface="Archivo"/>
                <a:ea typeface="Archivo"/>
                <a:cs typeface="Archivo"/>
                <a:sym typeface="Archivo"/>
              </a:defRPr>
            </a:lvl1pPr>
            <a:lvl2pPr lvl="1" algn="l">
              <a:lnSpc>
                <a:spcPct val="115000"/>
              </a:lnSpc>
              <a:spcBef>
                <a:spcPts val="0"/>
              </a:spcBef>
              <a:spcAft>
                <a:spcPts val="0"/>
              </a:spcAft>
              <a:buSzPts val="2400"/>
              <a:buFont typeface="Archivo"/>
              <a:buNone/>
              <a:defRPr b="1" sz="2400">
                <a:latin typeface="Archivo"/>
                <a:ea typeface="Archivo"/>
                <a:cs typeface="Archivo"/>
                <a:sym typeface="Archivo"/>
              </a:defRPr>
            </a:lvl2pPr>
            <a:lvl3pPr lvl="2" algn="l">
              <a:lnSpc>
                <a:spcPct val="115000"/>
              </a:lnSpc>
              <a:spcBef>
                <a:spcPts val="0"/>
              </a:spcBef>
              <a:spcAft>
                <a:spcPts val="0"/>
              </a:spcAft>
              <a:buSzPts val="2400"/>
              <a:buFont typeface="Archivo"/>
              <a:buNone/>
              <a:defRPr b="1" sz="2400">
                <a:latin typeface="Archivo"/>
                <a:ea typeface="Archivo"/>
                <a:cs typeface="Archivo"/>
                <a:sym typeface="Archivo"/>
              </a:defRPr>
            </a:lvl3pPr>
            <a:lvl4pPr lvl="3" algn="l">
              <a:lnSpc>
                <a:spcPct val="115000"/>
              </a:lnSpc>
              <a:spcBef>
                <a:spcPts val="0"/>
              </a:spcBef>
              <a:spcAft>
                <a:spcPts val="0"/>
              </a:spcAft>
              <a:buSzPts val="2400"/>
              <a:buFont typeface="Archivo"/>
              <a:buNone/>
              <a:defRPr b="1" sz="2400">
                <a:latin typeface="Archivo"/>
                <a:ea typeface="Archivo"/>
                <a:cs typeface="Archivo"/>
                <a:sym typeface="Archivo"/>
              </a:defRPr>
            </a:lvl4pPr>
            <a:lvl5pPr lvl="4" algn="l">
              <a:lnSpc>
                <a:spcPct val="115000"/>
              </a:lnSpc>
              <a:spcBef>
                <a:spcPts val="0"/>
              </a:spcBef>
              <a:spcAft>
                <a:spcPts val="0"/>
              </a:spcAft>
              <a:buSzPts val="2400"/>
              <a:buFont typeface="Archivo"/>
              <a:buNone/>
              <a:defRPr b="1" sz="2400">
                <a:latin typeface="Archivo"/>
                <a:ea typeface="Archivo"/>
                <a:cs typeface="Archivo"/>
                <a:sym typeface="Archivo"/>
              </a:defRPr>
            </a:lvl5pPr>
            <a:lvl6pPr lvl="5" algn="l">
              <a:lnSpc>
                <a:spcPct val="115000"/>
              </a:lnSpc>
              <a:spcBef>
                <a:spcPts val="0"/>
              </a:spcBef>
              <a:spcAft>
                <a:spcPts val="0"/>
              </a:spcAft>
              <a:buSzPts val="2400"/>
              <a:buFont typeface="Archivo"/>
              <a:buNone/>
              <a:defRPr b="1" sz="2400">
                <a:latin typeface="Archivo"/>
                <a:ea typeface="Archivo"/>
                <a:cs typeface="Archivo"/>
                <a:sym typeface="Archivo"/>
              </a:defRPr>
            </a:lvl6pPr>
            <a:lvl7pPr lvl="6" algn="l">
              <a:lnSpc>
                <a:spcPct val="115000"/>
              </a:lnSpc>
              <a:spcBef>
                <a:spcPts val="0"/>
              </a:spcBef>
              <a:spcAft>
                <a:spcPts val="0"/>
              </a:spcAft>
              <a:buSzPts val="2400"/>
              <a:buFont typeface="Archivo"/>
              <a:buNone/>
              <a:defRPr b="1" sz="2400">
                <a:latin typeface="Archivo"/>
                <a:ea typeface="Archivo"/>
                <a:cs typeface="Archivo"/>
                <a:sym typeface="Archivo"/>
              </a:defRPr>
            </a:lvl7pPr>
            <a:lvl8pPr lvl="7" algn="l">
              <a:lnSpc>
                <a:spcPct val="115000"/>
              </a:lnSpc>
              <a:spcBef>
                <a:spcPts val="0"/>
              </a:spcBef>
              <a:spcAft>
                <a:spcPts val="0"/>
              </a:spcAft>
              <a:buSzPts val="2400"/>
              <a:buFont typeface="Archivo"/>
              <a:buNone/>
              <a:defRPr b="1" sz="2400">
                <a:latin typeface="Archivo"/>
                <a:ea typeface="Archivo"/>
                <a:cs typeface="Archivo"/>
                <a:sym typeface="Archivo"/>
              </a:defRPr>
            </a:lvl8pPr>
            <a:lvl9pPr lvl="8" algn="l">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sp>
        <p:nvSpPr>
          <p:cNvPr id="242" name="Google Shape;242;p54"/>
          <p:cNvSpPr txBox="1"/>
          <p:nvPr>
            <p:ph idx="6" type="subTitle"/>
          </p:nvPr>
        </p:nvSpPr>
        <p:spPr>
          <a:xfrm>
            <a:off x="720025" y="3470625"/>
            <a:ext cx="7704000" cy="5277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Archivo"/>
              <a:buNone/>
              <a:defRPr b="1" sz="2000">
                <a:latin typeface="Archivo"/>
                <a:ea typeface="Archivo"/>
                <a:cs typeface="Archivo"/>
                <a:sym typeface="Archivo"/>
              </a:defRPr>
            </a:lvl1pPr>
            <a:lvl2pPr lvl="1" algn="l">
              <a:lnSpc>
                <a:spcPct val="115000"/>
              </a:lnSpc>
              <a:spcBef>
                <a:spcPts val="0"/>
              </a:spcBef>
              <a:spcAft>
                <a:spcPts val="0"/>
              </a:spcAft>
              <a:buSzPts val="2400"/>
              <a:buFont typeface="Archivo"/>
              <a:buNone/>
              <a:defRPr b="1" sz="2400">
                <a:latin typeface="Archivo"/>
                <a:ea typeface="Archivo"/>
                <a:cs typeface="Archivo"/>
                <a:sym typeface="Archivo"/>
              </a:defRPr>
            </a:lvl2pPr>
            <a:lvl3pPr lvl="2" algn="l">
              <a:lnSpc>
                <a:spcPct val="115000"/>
              </a:lnSpc>
              <a:spcBef>
                <a:spcPts val="0"/>
              </a:spcBef>
              <a:spcAft>
                <a:spcPts val="0"/>
              </a:spcAft>
              <a:buSzPts val="2400"/>
              <a:buFont typeface="Archivo"/>
              <a:buNone/>
              <a:defRPr b="1" sz="2400">
                <a:latin typeface="Archivo"/>
                <a:ea typeface="Archivo"/>
                <a:cs typeface="Archivo"/>
                <a:sym typeface="Archivo"/>
              </a:defRPr>
            </a:lvl3pPr>
            <a:lvl4pPr lvl="3" algn="l">
              <a:lnSpc>
                <a:spcPct val="115000"/>
              </a:lnSpc>
              <a:spcBef>
                <a:spcPts val="0"/>
              </a:spcBef>
              <a:spcAft>
                <a:spcPts val="0"/>
              </a:spcAft>
              <a:buSzPts val="2400"/>
              <a:buFont typeface="Archivo"/>
              <a:buNone/>
              <a:defRPr b="1" sz="2400">
                <a:latin typeface="Archivo"/>
                <a:ea typeface="Archivo"/>
                <a:cs typeface="Archivo"/>
                <a:sym typeface="Archivo"/>
              </a:defRPr>
            </a:lvl4pPr>
            <a:lvl5pPr lvl="4" algn="l">
              <a:lnSpc>
                <a:spcPct val="115000"/>
              </a:lnSpc>
              <a:spcBef>
                <a:spcPts val="0"/>
              </a:spcBef>
              <a:spcAft>
                <a:spcPts val="0"/>
              </a:spcAft>
              <a:buSzPts val="2400"/>
              <a:buFont typeface="Archivo"/>
              <a:buNone/>
              <a:defRPr b="1" sz="2400">
                <a:latin typeface="Archivo"/>
                <a:ea typeface="Archivo"/>
                <a:cs typeface="Archivo"/>
                <a:sym typeface="Archivo"/>
              </a:defRPr>
            </a:lvl5pPr>
            <a:lvl6pPr lvl="5" algn="l">
              <a:lnSpc>
                <a:spcPct val="115000"/>
              </a:lnSpc>
              <a:spcBef>
                <a:spcPts val="0"/>
              </a:spcBef>
              <a:spcAft>
                <a:spcPts val="0"/>
              </a:spcAft>
              <a:buSzPts val="2400"/>
              <a:buFont typeface="Archivo"/>
              <a:buNone/>
              <a:defRPr b="1" sz="2400">
                <a:latin typeface="Archivo"/>
                <a:ea typeface="Archivo"/>
                <a:cs typeface="Archivo"/>
                <a:sym typeface="Archivo"/>
              </a:defRPr>
            </a:lvl6pPr>
            <a:lvl7pPr lvl="6" algn="l">
              <a:lnSpc>
                <a:spcPct val="115000"/>
              </a:lnSpc>
              <a:spcBef>
                <a:spcPts val="0"/>
              </a:spcBef>
              <a:spcAft>
                <a:spcPts val="0"/>
              </a:spcAft>
              <a:buSzPts val="2400"/>
              <a:buFont typeface="Archivo"/>
              <a:buNone/>
              <a:defRPr b="1" sz="2400">
                <a:latin typeface="Archivo"/>
                <a:ea typeface="Archivo"/>
                <a:cs typeface="Archivo"/>
                <a:sym typeface="Archivo"/>
              </a:defRPr>
            </a:lvl7pPr>
            <a:lvl8pPr lvl="7" algn="l">
              <a:lnSpc>
                <a:spcPct val="115000"/>
              </a:lnSpc>
              <a:spcBef>
                <a:spcPts val="0"/>
              </a:spcBef>
              <a:spcAft>
                <a:spcPts val="0"/>
              </a:spcAft>
              <a:buSzPts val="2400"/>
              <a:buFont typeface="Archivo"/>
              <a:buNone/>
              <a:defRPr b="1" sz="2400">
                <a:latin typeface="Archivo"/>
                <a:ea typeface="Archivo"/>
                <a:cs typeface="Archivo"/>
                <a:sym typeface="Archivo"/>
              </a:defRPr>
            </a:lvl8pPr>
            <a:lvl9pPr lvl="8" algn="l">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grpSp>
        <p:nvGrpSpPr>
          <p:cNvPr id="243" name="Google Shape;243;p54"/>
          <p:cNvGrpSpPr/>
          <p:nvPr/>
        </p:nvGrpSpPr>
        <p:grpSpPr>
          <a:xfrm>
            <a:off x="36670" y="-818387"/>
            <a:ext cx="9710039" cy="5836570"/>
            <a:chOff x="36670" y="-818387"/>
            <a:chExt cx="9710039" cy="5836570"/>
          </a:xfrm>
        </p:grpSpPr>
        <p:grpSp>
          <p:nvGrpSpPr>
            <p:cNvPr id="244" name="Google Shape;244;p54"/>
            <p:cNvGrpSpPr/>
            <p:nvPr/>
          </p:nvGrpSpPr>
          <p:grpSpPr>
            <a:xfrm>
              <a:off x="6586639" y="-818387"/>
              <a:ext cx="3160070" cy="2392650"/>
              <a:chOff x="6586639" y="-781700"/>
              <a:chExt cx="3160070" cy="2392650"/>
            </a:xfrm>
          </p:grpSpPr>
          <p:grpSp>
            <p:nvGrpSpPr>
              <p:cNvPr id="245" name="Google Shape;245;p54"/>
              <p:cNvGrpSpPr/>
              <p:nvPr/>
            </p:nvGrpSpPr>
            <p:grpSpPr>
              <a:xfrm flipH="1">
                <a:off x="7382025" y="-781700"/>
                <a:ext cx="2364684" cy="2392650"/>
                <a:chOff x="5404368" y="-851325"/>
                <a:chExt cx="2364684" cy="2392650"/>
              </a:xfrm>
            </p:grpSpPr>
            <p:grpSp>
              <p:nvGrpSpPr>
                <p:cNvPr id="246" name="Google Shape;246;p54"/>
                <p:cNvGrpSpPr/>
                <p:nvPr/>
              </p:nvGrpSpPr>
              <p:grpSpPr>
                <a:xfrm>
                  <a:off x="6360273" y="-338456"/>
                  <a:ext cx="917499" cy="794671"/>
                  <a:chOff x="8022925" y="186250"/>
                  <a:chExt cx="815700" cy="706500"/>
                </a:xfrm>
              </p:grpSpPr>
              <p:sp>
                <p:nvSpPr>
                  <p:cNvPr id="247" name="Google Shape;247;p54"/>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48" name="Google Shape;248;p54"/>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249" name="Google Shape;249;p54"/>
                <p:cNvGrpSpPr/>
                <p:nvPr/>
              </p:nvGrpSpPr>
              <p:grpSpPr>
                <a:xfrm>
                  <a:off x="5548840" y="-8756"/>
                  <a:ext cx="587793" cy="509104"/>
                  <a:chOff x="8022925" y="186250"/>
                  <a:chExt cx="815700" cy="706500"/>
                </a:xfrm>
              </p:grpSpPr>
              <p:sp>
                <p:nvSpPr>
                  <p:cNvPr id="250" name="Google Shape;250;p54"/>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51" name="Google Shape;251;p54"/>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252" name="Google Shape;252;p54"/>
                <p:cNvGrpSpPr/>
                <p:nvPr/>
              </p:nvGrpSpPr>
              <p:grpSpPr>
                <a:xfrm>
                  <a:off x="6089765" y="600244"/>
                  <a:ext cx="587793" cy="509104"/>
                  <a:chOff x="8022925" y="186250"/>
                  <a:chExt cx="815700" cy="706500"/>
                </a:xfrm>
              </p:grpSpPr>
              <p:sp>
                <p:nvSpPr>
                  <p:cNvPr id="253" name="Google Shape;253;p54"/>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54" name="Google Shape;254;p54"/>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255" name="Google Shape;255;p54"/>
                <p:cNvSpPr/>
                <p:nvPr/>
              </p:nvSpPr>
              <p:spPr>
                <a:xfrm>
                  <a:off x="6499238" y="5521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56" name="Google Shape;256;p54"/>
                <p:cNvSpPr/>
                <p:nvPr/>
              </p:nvSpPr>
              <p:spPr>
                <a:xfrm>
                  <a:off x="7461852" y="112753"/>
                  <a:ext cx="307200" cy="2661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257" name="Google Shape;257;p54"/>
                <p:cNvCxnSpPr/>
                <p:nvPr/>
              </p:nvCxnSpPr>
              <p:spPr>
                <a:xfrm>
                  <a:off x="5404368" y="355166"/>
                  <a:ext cx="285600" cy="501600"/>
                </a:xfrm>
                <a:prstGeom prst="straightConnector1">
                  <a:avLst/>
                </a:prstGeom>
                <a:noFill/>
                <a:ln cap="flat" cmpd="sng" w="9525">
                  <a:solidFill>
                    <a:schemeClr val="dk2"/>
                  </a:solidFill>
                  <a:prstDash val="solid"/>
                  <a:round/>
                  <a:headEnd len="sm" w="sm" type="none"/>
                  <a:tailEnd len="sm" w="sm" type="none"/>
                </a:ln>
              </p:spPr>
            </p:cxnSp>
            <p:cxnSp>
              <p:nvCxnSpPr>
                <p:cNvPr id="258" name="Google Shape;258;p54"/>
                <p:cNvCxnSpPr>
                  <a:stCxn id="253" idx="3"/>
                </p:cNvCxnSpPr>
                <p:nvPr/>
              </p:nvCxnSpPr>
              <p:spPr>
                <a:xfrm rot="10800000">
                  <a:off x="5686565" y="854796"/>
                  <a:ext cx="403200" cy="0"/>
                </a:xfrm>
                <a:prstGeom prst="straightConnector1">
                  <a:avLst/>
                </a:prstGeom>
                <a:noFill/>
                <a:ln cap="flat" cmpd="sng" w="9525">
                  <a:solidFill>
                    <a:schemeClr val="dk2"/>
                  </a:solidFill>
                  <a:prstDash val="solid"/>
                  <a:round/>
                  <a:headEnd len="sm" w="sm" type="none"/>
                  <a:tailEnd len="sm" w="sm" type="none"/>
                </a:ln>
              </p:spPr>
            </p:cxnSp>
            <p:cxnSp>
              <p:nvCxnSpPr>
                <p:cNvPr id="259" name="Google Shape;259;p54"/>
                <p:cNvCxnSpPr>
                  <a:stCxn id="250" idx="0"/>
                </p:cNvCxnSpPr>
                <p:nvPr/>
              </p:nvCxnSpPr>
              <p:spPr>
                <a:xfrm>
                  <a:off x="6136633" y="245796"/>
                  <a:ext cx="154500" cy="0"/>
                </a:xfrm>
                <a:prstGeom prst="straightConnector1">
                  <a:avLst/>
                </a:prstGeom>
                <a:noFill/>
                <a:ln cap="flat" cmpd="sng" w="9525">
                  <a:solidFill>
                    <a:schemeClr val="dk2"/>
                  </a:solidFill>
                  <a:prstDash val="solid"/>
                  <a:round/>
                  <a:headEnd len="sm" w="sm" type="none"/>
                  <a:tailEnd len="sm" w="sm" type="none"/>
                </a:ln>
              </p:spPr>
            </p:cxnSp>
            <p:cxnSp>
              <p:nvCxnSpPr>
                <p:cNvPr id="260" name="Google Shape;260;p54"/>
                <p:cNvCxnSpPr>
                  <a:stCxn id="247" idx="3"/>
                </p:cNvCxnSpPr>
                <p:nvPr/>
              </p:nvCxnSpPr>
              <p:spPr>
                <a:xfrm flipH="1">
                  <a:off x="6287073" y="58880"/>
                  <a:ext cx="73200" cy="187500"/>
                </a:xfrm>
                <a:prstGeom prst="straightConnector1">
                  <a:avLst/>
                </a:prstGeom>
                <a:noFill/>
                <a:ln cap="flat" cmpd="sng" w="9525">
                  <a:solidFill>
                    <a:schemeClr val="dk2"/>
                  </a:solidFill>
                  <a:prstDash val="solid"/>
                  <a:round/>
                  <a:headEnd len="sm" w="sm" type="none"/>
                  <a:tailEnd len="sm" w="sm" type="none"/>
                </a:ln>
              </p:spPr>
            </p:cxnSp>
            <p:cxnSp>
              <p:nvCxnSpPr>
                <p:cNvPr id="261" name="Google Shape;261;p54"/>
                <p:cNvCxnSpPr>
                  <a:stCxn id="253" idx="1"/>
                </p:cNvCxnSpPr>
                <p:nvPr/>
              </p:nvCxnSpPr>
              <p:spPr>
                <a:xfrm>
                  <a:off x="6550282" y="1109348"/>
                  <a:ext cx="226200" cy="391800"/>
                </a:xfrm>
                <a:prstGeom prst="straightConnector1">
                  <a:avLst/>
                </a:prstGeom>
                <a:noFill/>
                <a:ln cap="flat" cmpd="sng" w="9525">
                  <a:solidFill>
                    <a:schemeClr val="dk2"/>
                  </a:solidFill>
                  <a:prstDash val="solid"/>
                  <a:round/>
                  <a:headEnd len="sm" w="sm" type="none"/>
                  <a:tailEnd len="sm" w="sm" type="none"/>
                </a:ln>
              </p:spPr>
            </p:cxnSp>
            <p:sp>
              <p:nvSpPr>
                <p:cNvPr id="262" name="Google Shape;262;p54"/>
                <p:cNvSpPr/>
                <p:nvPr/>
              </p:nvSpPr>
              <p:spPr>
                <a:xfrm>
                  <a:off x="6736425" y="14627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263" name="Google Shape;263;p54"/>
                <p:cNvCxnSpPr>
                  <a:stCxn id="247" idx="5"/>
                </p:cNvCxnSpPr>
                <p:nvPr/>
              </p:nvCxnSpPr>
              <p:spPr>
                <a:xfrm flipH="1" rot="10800000">
                  <a:off x="7079104" y="-816056"/>
                  <a:ext cx="275700" cy="477600"/>
                </a:xfrm>
                <a:prstGeom prst="straightConnector1">
                  <a:avLst/>
                </a:prstGeom>
                <a:noFill/>
                <a:ln cap="flat" cmpd="sng" w="9525">
                  <a:solidFill>
                    <a:schemeClr val="dk2"/>
                  </a:solidFill>
                  <a:prstDash val="solid"/>
                  <a:round/>
                  <a:headEnd len="sm" w="sm" type="none"/>
                  <a:tailEnd len="sm" w="sm" type="none"/>
                </a:ln>
              </p:spPr>
            </p:cxnSp>
            <p:sp>
              <p:nvSpPr>
                <p:cNvPr id="264" name="Google Shape;264;p54"/>
                <p:cNvSpPr/>
                <p:nvPr/>
              </p:nvSpPr>
              <p:spPr>
                <a:xfrm>
                  <a:off x="7315575" y="-8513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65" name="Google Shape;265;p54"/>
                <p:cNvSpPr/>
                <p:nvPr/>
              </p:nvSpPr>
              <p:spPr>
                <a:xfrm>
                  <a:off x="6136627" y="12092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266" name="Google Shape;266;p54"/>
              <p:cNvGrpSpPr/>
              <p:nvPr/>
            </p:nvGrpSpPr>
            <p:grpSpPr>
              <a:xfrm flipH="1">
                <a:off x="6586639" y="-215983"/>
                <a:ext cx="795389" cy="688979"/>
                <a:chOff x="8022925" y="186250"/>
                <a:chExt cx="815700" cy="706500"/>
              </a:xfrm>
            </p:grpSpPr>
            <p:sp>
              <p:nvSpPr>
                <p:cNvPr id="267" name="Google Shape;267;p54"/>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68" name="Google Shape;268;p54"/>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69" name="Google Shape;269;p54"/>
                <p:cNvSpPr/>
                <p:nvPr/>
              </p:nvSpPr>
              <p:spPr>
                <a:xfrm>
                  <a:off x="8222718" y="359307"/>
                  <a:ext cx="416100" cy="3606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270" name="Google Shape;270;p54"/>
              <p:cNvCxnSpPr>
                <a:stCxn id="267" idx="3"/>
                <a:endCxn id="247" idx="0"/>
              </p:cNvCxnSpPr>
              <p:nvPr/>
            </p:nvCxnSpPr>
            <p:spPr>
              <a:xfrm>
                <a:off x="7382028" y="128507"/>
                <a:ext cx="491400" cy="0"/>
              </a:xfrm>
              <a:prstGeom prst="straightConnector1">
                <a:avLst/>
              </a:prstGeom>
              <a:noFill/>
              <a:ln cap="flat" cmpd="sng" w="9525">
                <a:solidFill>
                  <a:schemeClr val="dk2"/>
                </a:solidFill>
                <a:prstDash val="solid"/>
                <a:round/>
                <a:headEnd len="sm" w="sm" type="none"/>
                <a:tailEnd len="sm" w="sm" type="none"/>
              </a:ln>
            </p:spPr>
          </p:cxnSp>
        </p:grpSp>
        <p:grpSp>
          <p:nvGrpSpPr>
            <p:cNvPr id="271" name="Google Shape;271;p54"/>
            <p:cNvGrpSpPr/>
            <p:nvPr/>
          </p:nvGrpSpPr>
          <p:grpSpPr>
            <a:xfrm flipH="1">
              <a:off x="8430769" y="3177041"/>
              <a:ext cx="1180258" cy="1390907"/>
              <a:chOff x="4046769" y="1482116"/>
              <a:chExt cx="1180258" cy="1390907"/>
            </a:xfrm>
          </p:grpSpPr>
          <p:grpSp>
            <p:nvGrpSpPr>
              <p:cNvPr id="272" name="Google Shape;272;p54"/>
              <p:cNvGrpSpPr/>
              <p:nvPr/>
            </p:nvGrpSpPr>
            <p:grpSpPr>
              <a:xfrm>
                <a:off x="4046769" y="1482116"/>
                <a:ext cx="1180258" cy="756167"/>
                <a:chOff x="4046769" y="1482116"/>
                <a:chExt cx="1180258" cy="756167"/>
              </a:xfrm>
            </p:grpSpPr>
            <p:grpSp>
              <p:nvGrpSpPr>
                <p:cNvPr id="273" name="Google Shape;273;p54"/>
                <p:cNvGrpSpPr/>
                <p:nvPr/>
              </p:nvGrpSpPr>
              <p:grpSpPr>
                <a:xfrm>
                  <a:off x="4046769" y="1482116"/>
                  <a:ext cx="873044" cy="756167"/>
                  <a:chOff x="8022925" y="186250"/>
                  <a:chExt cx="815700" cy="706500"/>
                </a:xfrm>
              </p:grpSpPr>
              <p:sp>
                <p:nvSpPr>
                  <p:cNvPr id="274" name="Google Shape;274;p54"/>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75" name="Google Shape;275;p54"/>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76" name="Google Shape;276;p54"/>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277" name="Google Shape;277;p54"/>
                <p:cNvSpPr/>
                <p:nvPr/>
              </p:nvSpPr>
              <p:spPr>
                <a:xfrm>
                  <a:off x="4919827" y="195357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78" name="Google Shape;278;p54"/>
                <p:cNvSpPr/>
                <p:nvPr/>
              </p:nvSpPr>
              <p:spPr>
                <a:xfrm>
                  <a:off x="4981813" y="15413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279" name="Google Shape;279;p54"/>
              <p:cNvCxnSpPr>
                <a:stCxn id="274" idx="1"/>
                <a:endCxn id="280" idx="0"/>
              </p:cNvCxnSpPr>
              <p:nvPr/>
            </p:nvCxnSpPr>
            <p:spPr>
              <a:xfrm>
                <a:off x="4730771" y="2238283"/>
                <a:ext cx="172800" cy="135000"/>
              </a:xfrm>
              <a:prstGeom prst="straightConnector1">
                <a:avLst/>
              </a:prstGeom>
              <a:noFill/>
              <a:ln cap="flat" cmpd="sng" w="9525">
                <a:solidFill>
                  <a:schemeClr val="dk2"/>
                </a:solidFill>
                <a:prstDash val="solid"/>
                <a:round/>
                <a:headEnd len="sm" w="sm" type="none"/>
                <a:tailEnd len="sm" w="sm" type="none"/>
              </a:ln>
            </p:spPr>
          </p:cxnSp>
          <p:sp>
            <p:nvSpPr>
              <p:cNvPr id="280" name="Google Shape;280;p54"/>
              <p:cNvSpPr/>
              <p:nvPr/>
            </p:nvSpPr>
            <p:spPr>
              <a:xfrm rot="-5400000">
                <a:off x="4653574" y="2406673"/>
                <a:ext cx="499800" cy="4329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81" name="Google Shape;281;p54"/>
              <p:cNvSpPr/>
              <p:nvPr/>
            </p:nvSpPr>
            <p:spPr>
              <a:xfrm rot="-5400000">
                <a:off x="4704500" y="2450622"/>
                <a:ext cx="398100" cy="345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282" name="Google Shape;282;p54"/>
            <p:cNvGrpSpPr/>
            <p:nvPr/>
          </p:nvGrpSpPr>
          <p:grpSpPr>
            <a:xfrm flipH="1" rot="10800000">
              <a:off x="36670" y="3291158"/>
              <a:ext cx="1023526" cy="1727025"/>
              <a:chOff x="-5" y="2300632"/>
              <a:chExt cx="1023526" cy="1727025"/>
            </a:xfrm>
          </p:grpSpPr>
          <p:grpSp>
            <p:nvGrpSpPr>
              <p:cNvPr id="283" name="Google Shape;283;p54"/>
              <p:cNvGrpSpPr/>
              <p:nvPr/>
            </p:nvGrpSpPr>
            <p:grpSpPr>
              <a:xfrm rot="5400000">
                <a:off x="-417172" y="2717800"/>
                <a:ext cx="1413385" cy="579050"/>
                <a:chOff x="2195315" y="2002175"/>
                <a:chExt cx="1413385" cy="579050"/>
              </a:xfrm>
            </p:grpSpPr>
            <p:grpSp>
              <p:nvGrpSpPr>
                <p:cNvPr id="284" name="Google Shape;284;p54"/>
                <p:cNvGrpSpPr/>
                <p:nvPr/>
              </p:nvGrpSpPr>
              <p:grpSpPr>
                <a:xfrm rot="10800000">
                  <a:off x="2273907" y="2024002"/>
                  <a:ext cx="587793" cy="509104"/>
                  <a:chOff x="8022925" y="186250"/>
                  <a:chExt cx="815700" cy="706500"/>
                </a:xfrm>
              </p:grpSpPr>
              <p:sp>
                <p:nvSpPr>
                  <p:cNvPr id="285" name="Google Shape;285;p54"/>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86" name="Google Shape;286;p54"/>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287" name="Google Shape;287;p54"/>
                <p:cNvSpPr/>
                <p:nvPr/>
              </p:nvSpPr>
              <p:spPr>
                <a:xfrm rot="10800000">
                  <a:off x="2349928" y="24789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288" name="Google Shape;288;p54"/>
                <p:cNvCxnSpPr>
                  <a:stCxn id="285" idx="3"/>
                  <a:endCxn id="289" idx="0"/>
                </p:cNvCxnSpPr>
                <p:nvPr/>
              </p:nvCxnSpPr>
              <p:spPr>
                <a:xfrm rot="10800000">
                  <a:off x="3235200" y="1905054"/>
                  <a:ext cx="0" cy="747000"/>
                </a:xfrm>
                <a:prstGeom prst="straightConnector1">
                  <a:avLst/>
                </a:prstGeom>
                <a:noFill/>
                <a:ln cap="flat" cmpd="sng" w="9525">
                  <a:solidFill>
                    <a:schemeClr val="dk2"/>
                  </a:solidFill>
                  <a:prstDash val="solid"/>
                  <a:round/>
                  <a:headEnd len="sm" w="sm" type="none"/>
                  <a:tailEnd len="sm" w="sm" type="none"/>
                </a:ln>
              </p:spPr>
            </p:cxnSp>
            <p:sp>
              <p:nvSpPr>
                <p:cNvPr id="290" name="Google Shape;290;p54"/>
                <p:cNvSpPr/>
                <p:nvPr/>
              </p:nvSpPr>
              <p:spPr>
                <a:xfrm rot="10800000">
                  <a:off x="2195315" y="20021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289" name="Google Shape;289;p54"/>
              <p:cNvSpPr/>
              <p:nvPr/>
            </p:nvSpPr>
            <p:spPr>
              <a:xfrm rot="-5400000">
                <a:off x="145946" y="3735157"/>
                <a:ext cx="313500" cy="271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91" name="Google Shape;291;p54"/>
              <p:cNvSpPr/>
              <p:nvPr/>
            </p:nvSpPr>
            <p:spPr>
              <a:xfrm rot="-5400000">
                <a:off x="731021" y="2321632"/>
                <a:ext cx="313500" cy="271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92" name="Shape 292"/>
        <p:cNvGrpSpPr/>
        <p:nvPr/>
      </p:nvGrpSpPr>
      <p:grpSpPr>
        <a:xfrm>
          <a:off x="0" y="0"/>
          <a:ext cx="0" cy="0"/>
          <a:chOff x="0" y="0"/>
          <a:chExt cx="0" cy="0"/>
        </a:xfrm>
      </p:grpSpPr>
      <p:grpSp>
        <p:nvGrpSpPr>
          <p:cNvPr id="293" name="Google Shape;293;p55"/>
          <p:cNvGrpSpPr/>
          <p:nvPr/>
        </p:nvGrpSpPr>
        <p:grpSpPr>
          <a:xfrm>
            <a:off x="73538" y="-321084"/>
            <a:ext cx="9450137" cy="6177334"/>
            <a:chOff x="73538" y="-321084"/>
            <a:chExt cx="9450137" cy="6177334"/>
          </a:xfrm>
        </p:grpSpPr>
        <p:grpSp>
          <p:nvGrpSpPr>
            <p:cNvPr id="294" name="Google Shape;294;p55"/>
            <p:cNvGrpSpPr/>
            <p:nvPr/>
          </p:nvGrpSpPr>
          <p:grpSpPr>
            <a:xfrm flipH="1" rot="10800000">
              <a:off x="73538" y="-283763"/>
              <a:ext cx="1835863" cy="1646533"/>
              <a:chOff x="8352175" y="-274150"/>
              <a:chExt cx="1835863" cy="1646533"/>
            </a:xfrm>
          </p:grpSpPr>
          <p:grpSp>
            <p:nvGrpSpPr>
              <p:cNvPr id="295" name="Google Shape;295;p55"/>
              <p:cNvGrpSpPr/>
              <p:nvPr/>
            </p:nvGrpSpPr>
            <p:grpSpPr>
              <a:xfrm>
                <a:off x="9314994" y="616216"/>
                <a:ext cx="873044" cy="756167"/>
                <a:chOff x="8022925" y="186250"/>
                <a:chExt cx="815700" cy="706500"/>
              </a:xfrm>
            </p:grpSpPr>
            <p:sp>
              <p:nvSpPr>
                <p:cNvPr id="296" name="Google Shape;296;p55"/>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97" name="Google Shape;297;p55"/>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98" name="Google Shape;298;p55"/>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299" name="Google Shape;299;p55"/>
              <p:cNvSpPr/>
              <p:nvPr/>
            </p:nvSpPr>
            <p:spPr>
              <a:xfrm>
                <a:off x="8383126" y="-206726"/>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00" name="Google Shape;300;p55"/>
              <p:cNvSpPr/>
              <p:nvPr/>
            </p:nvSpPr>
            <p:spPr>
              <a:xfrm>
                <a:off x="9118688" y="5905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301" name="Google Shape;301;p55"/>
              <p:cNvGrpSpPr/>
              <p:nvPr/>
            </p:nvGrpSpPr>
            <p:grpSpPr>
              <a:xfrm>
                <a:off x="8408775" y="-274150"/>
                <a:ext cx="906219" cy="1300800"/>
                <a:chOff x="6860600" y="1707050"/>
                <a:chExt cx="906219" cy="1300800"/>
              </a:xfrm>
            </p:grpSpPr>
            <p:grpSp>
              <p:nvGrpSpPr>
                <p:cNvPr id="302" name="Google Shape;302;p55"/>
                <p:cNvGrpSpPr/>
                <p:nvPr/>
              </p:nvGrpSpPr>
              <p:grpSpPr>
                <a:xfrm>
                  <a:off x="6860600" y="2285500"/>
                  <a:ext cx="906219" cy="722350"/>
                  <a:chOff x="6860600" y="2285500"/>
                  <a:chExt cx="906219" cy="722350"/>
                </a:xfrm>
              </p:grpSpPr>
              <p:cxnSp>
                <p:nvCxnSpPr>
                  <p:cNvPr id="303" name="Google Shape;303;p55"/>
                  <p:cNvCxnSpPr>
                    <a:stCxn id="296"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304" name="Google Shape;304;p55"/>
                  <p:cNvGrpSpPr/>
                  <p:nvPr/>
                </p:nvGrpSpPr>
                <p:grpSpPr>
                  <a:xfrm>
                    <a:off x="6860600" y="2285500"/>
                    <a:ext cx="755625" cy="690000"/>
                    <a:chOff x="6860600" y="2285500"/>
                    <a:chExt cx="755625" cy="690000"/>
                  </a:xfrm>
                </p:grpSpPr>
                <p:cxnSp>
                  <p:nvCxnSpPr>
                    <p:cNvPr id="305" name="Google Shape;305;p55"/>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306" name="Google Shape;306;p55"/>
                    <p:cNvCxnSpPr/>
                    <p:nvPr/>
                  </p:nvCxnSpPr>
                  <p:spPr>
                    <a:xfrm rot="10800000">
                      <a:off x="6860600" y="2289200"/>
                      <a:ext cx="405900" cy="0"/>
                    </a:xfrm>
                    <a:prstGeom prst="straightConnector1">
                      <a:avLst/>
                    </a:prstGeom>
                    <a:noFill/>
                    <a:ln cap="flat" cmpd="sng" w="9525">
                      <a:solidFill>
                        <a:schemeClr val="dk2"/>
                      </a:solidFill>
                      <a:prstDash val="solid"/>
                      <a:round/>
                      <a:headEnd len="sm" w="sm" type="none"/>
                      <a:tailEnd len="sm" w="sm" type="none"/>
                    </a:ln>
                  </p:spPr>
                </p:cxnSp>
              </p:grpSp>
              <p:sp>
                <p:nvSpPr>
                  <p:cNvPr id="307" name="Google Shape;307;p55"/>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308" name="Google Shape;308;p55"/>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309" name="Google Shape;309;p55"/>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310" name="Google Shape;310;p55"/>
              <p:cNvSpPr/>
              <p:nvPr/>
            </p:nvSpPr>
            <p:spPr>
              <a:xfrm>
                <a:off x="8352175" y="2686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11" name="Google Shape;311;p55"/>
              <p:cNvSpPr/>
              <p:nvPr/>
            </p:nvSpPr>
            <p:spPr>
              <a:xfrm>
                <a:off x="8504977" y="4267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312" name="Google Shape;312;p55"/>
            <p:cNvGrpSpPr/>
            <p:nvPr/>
          </p:nvGrpSpPr>
          <p:grpSpPr>
            <a:xfrm>
              <a:off x="7573915" y="3604190"/>
              <a:ext cx="1949760" cy="2252060"/>
              <a:chOff x="7573915" y="3604190"/>
              <a:chExt cx="1949760" cy="2252060"/>
            </a:xfrm>
          </p:grpSpPr>
          <p:grpSp>
            <p:nvGrpSpPr>
              <p:cNvPr id="313" name="Google Shape;313;p55"/>
              <p:cNvGrpSpPr/>
              <p:nvPr/>
            </p:nvGrpSpPr>
            <p:grpSpPr>
              <a:xfrm>
                <a:off x="7573915" y="3604190"/>
                <a:ext cx="1949760" cy="2252060"/>
                <a:chOff x="1557290" y="1732615"/>
                <a:chExt cx="1949760" cy="2252060"/>
              </a:xfrm>
            </p:grpSpPr>
            <p:grpSp>
              <p:nvGrpSpPr>
                <p:cNvPr id="314" name="Google Shape;314;p55"/>
                <p:cNvGrpSpPr/>
                <p:nvPr/>
              </p:nvGrpSpPr>
              <p:grpSpPr>
                <a:xfrm>
                  <a:off x="2516057" y="1732615"/>
                  <a:ext cx="990993" cy="848610"/>
                  <a:chOff x="2516057" y="1732615"/>
                  <a:chExt cx="990993" cy="848610"/>
                </a:xfrm>
              </p:grpSpPr>
              <p:grpSp>
                <p:nvGrpSpPr>
                  <p:cNvPr id="315" name="Google Shape;315;p55"/>
                  <p:cNvGrpSpPr/>
                  <p:nvPr/>
                </p:nvGrpSpPr>
                <p:grpSpPr>
                  <a:xfrm rot="10800000">
                    <a:off x="2516057" y="2024002"/>
                    <a:ext cx="587793" cy="509104"/>
                    <a:chOff x="7686886" y="186250"/>
                    <a:chExt cx="815700" cy="706500"/>
                  </a:xfrm>
                </p:grpSpPr>
                <p:sp>
                  <p:nvSpPr>
                    <p:cNvPr id="316" name="Google Shape;316;p55"/>
                    <p:cNvSpPr/>
                    <p:nvPr/>
                  </p:nvSpPr>
                  <p:spPr>
                    <a:xfrm>
                      <a:off x="7686886"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17" name="Google Shape;317;p55"/>
                    <p:cNvSpPr/>
                    <p:nvPr/>
                  </p:nvSpPr>
                  <p:spPr>
                    <a:xfrm>
                      <a:off x="7877263"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318" name="Google Shape;318;p55"/>
                  <p:cNvSpPr/>
                  <p:nvPr/>
                </p:nvSpPr>
                <p:spPr>
                  <a:xfrm rot="10800000">
                    <a:off x="2592078" y="24789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319" name="Google Shape;319;p55"/>
                  <p:cNvCxnSpPr>
                    <a:stCxn id="316" idx="3"/>
                  </p:cNvCxnSpPr>
                  <p:nvPr/>
                </p:nvCxnSpPr>
                <p:spPr>
                  <a:xfrm>
                    <a:off x="3103850" y="2278554"/>
                    <a:ext cx="403200" cy="0"/>
                  </a:xfrm>
                  <a:prstGeom prst="straightConnector1">
                    <a:avLst/>
                  </a:prstGeom>
                  <a:noFill/>
                  <a:ln cap="flat" cmpd="sng" w="9525">
                    <a:solidFill>
                      <a:schemeClr val="dk2"/>
                    </a:solidFill>
                    <a:prstDash val="solid"/>
                    <a:round/>
                    <a:headEnd len="sm" w="sm" type="none"/>
                    <a:tailEnd len="sm" w="sm" type="none"/>
                  </a:ln>
                </p:spPr>
              </p:cxnSp>
              <p:cxnSp>
                <p:nvCxnSpPr>
                  <p:cNvPr id="320" name="Google Shape;320;p55"/>
                  <p:cNvCxnSpPr>
                    <a:stCxn id="316" idx="2"/>
                    <a:endCxn id="321" idx="6"/>
                  </p:cNvCxnSpPr>
                  <p:nvPr/>
                </p:nvCxnSpPr>
                <p:spPr>
                  <a:xfrm flipH="1" rot="10800000">
                    <a:off x="2976574" y="1820302"/>
                    <a:ext cx="95400" cy="203700"/>
                  </a:xfrm>
                  <a:prstGeom prst="straightConnector1">
                    <a:avLst/>
                  </a:prstGeom>
                  <a:noFill/>
                  <a:ln cap="flat" cmpd="sng" w="9525">
                    <a:solidFill>
                      <a:schemeClr val="dk2"/>
                    </a:solidFill>
                    <a:prstDash val="solid"/>
                    <a:round/>
                    <a:headEnd len="sm" w="sm" type="none"/>
                    <a:tailEnd len="sm" w="sm" type="none"/>
                  </a:ln>
                </p:spPr>
              </p:cxnSp>
              <p:sp>
                <p:nvSpPr>
                  <p:cNvPr id="321" name="Google Shape;321;p55"/>
                  <p:cNvSpPr/>
                  <p:nvPr/>
                </p:nvSpPr>
                <p:spPr>
                  <a:xfrm rot="7199335">
                    <a:off x="3052346" y="1747002"/>
                    <a:ext cx="78626" cy="78626"/>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322" name="Google Shape;322;p55"/>
                <p:cNvGrpSpPr/>
                <p:nvPr/>
              </p:nvGrpSpPr>
              <p:grpSpPr>
                <a:xfrm>
                  <a:off x="1557290" y="2633002"/>
                  <a:ext cx="1845335" cy="1351673"/>
                  <a:chOff x="1557290" y="2633002"/>
                  <a:chExt cx="1845335" cy="1351673"/>
                </a:xfrm>
              </p:grpSpPr>
              <p:grpSp>
                <p:nvGrpSpPr>
                  <p:cNvPr id="323" name="Google Shape;323;p55"/>
                  <p:cNvGrpSpPr/>
                  <p:nvPr/>
                </p:nvGrpSpPr>
                <p:grpSpPr>
                  <a:xfrm rot="10800000">
                    <a:off x="1711513" y="2709892"/>
                    <a:ext cx="841913" cy="729208"/>
                    <a:chOff x="8056501" y="215327"/>
                    <a:chExt cx="748500" cy="648300"/>
                  </a:xfrm>
                </p:grpSpPr>
                <p:sp>
                  <p:nvSpPr>
                    <p:cNvPr id="324" name="Google Shape;324;p55"/>
                    <p:cNvSpPr/>
                    <p:nvPr/>
                  </p:nvSpPr>
                  <p:spPr>
                    <a:xfrm>
                      <a:off x="8056501" y="215327"/>
                      <a:ext cx="748500" cy="6483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25" name="Google Shape;325;p55"/>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326" name="Google Shape;326;p55"/>
                  <p:cNvGrpSpPr/>
                  <p:nvPr/>
                </p:nvGrpSpPr>
                <p:grpSpPr>
                  <a:xfrm rot="10800000">
                    <a:off x="2814832" y="2633002"/>
                    <a:ext cx="587793" cy="509104"/>
                    <a:chOff x="8022925" y="186250"/>
                    <a:chExt cx="815700" cy="706500"/>
                  </a:xfrm>
                </p:grpSpPr>
                <p:sp>
                  <p:nvSpPr>
                    <p:cNvPr id="327" name="Google Shape;327;p55"/>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28" name="Google Shape;328;p55"/>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329" name="Google Shape;329;p55"/>
                  <p:cNvCxnSpPr>
                    <a:stCxn id="327" idx="0"/>
                  </p:cNvCxnSpPr>
                  <p:nvPr/>
                </p:nvCxnSpPr>
                <p:spPr>
                  <a:xfrm rot="10800000">
                    <a:off x="2660332" y="2887554"/>
                    <a:ext cx="154500" cy="0"/>
                  </a:xfrm>
                  <a:prstGeom prst="straightConnector1">
                    <a:avLst/>
                  </a:prstGeom>
                  <a:noFill/>
                  <a:ln cap="flat" cmpd="sng" w="9525">
                    <a:solidFill>
                      <a:schemeClr val="dk2"/>
                    </a:solidFill>
                    <a:prstDash val="solid"/>
                    <a:round/>
                    <a:headEnd len="sm" w="sm" type="none"/>
                    <a:tailEnd len="sm" w="sm" type="none"/>
                  </a:ln>
                </p:spPr>
              </p:cxnSp>
              <p:cxnSp>
                <p:nvCxnSpPr>
                  <p:cNvPr id="330" name="Google Shape;330;p55"/>
                  <p:cNvCxnSpPr>
                    <a:stCxn id="324" idx="3"/>
                  </p:cNvCxnSpPr>
                  <p:nvPr/>
                </p:nvCxnSpPr>
                <p:spPr>
                  <a:xfrm flipH="1" rot="10800000">
                    <a:off x="2553426" y="2886696"/>
                    <a:ext cx="108900" cy="187800"/>
                  </a:xfrm>
                  <a:prstGeom prst="straightConnector1">
                    <a:avLst/>
                  </a:prstGeom>
                  <a:noFill/>
                  <a:ln cap="flat" cmpd="sng" w="9525">
                    <a:solidFill>
                      <a:schemeClr val="dk2"/>
                    </a:solidFill>
                    <a:prstDash val="solid"/>
                    <a:round/>
                    <a:headEnd len="sm" w="sm" type="none"/>
                    <a:tailEnd len="sm" w="sm" type="none"/>
                  </a:ln>
                </p:spPr>
              </p:cxnSp>
              <p:cxnSp>
                <p:nvCxnSpPr>
                  <p:cNvPr id="331" name="Google Shape;331;p55"/>
                  <p:cNvCxnSpPr>
                    <a:stCxn id="324" idx="5"/>
                  </p:cNvCxnSpPr>
                  <p:nvPr/>
                </p:nvCxnSpPr>
                <p:spPr>
                  <a:xfrm flipH="1">
                    <a:off x="1618115" y="3439100"/>
                    <a:ext cx="275700" cy="477600"/>
                  </a:xfrm>
                  <a:prstGeom prst="straightConnector1">
                    <a:avLst/>
                  </a:prstGeom>
                  <a:noFill/>
                  <a:ln cap="flat" cmpd="sng" w="9525">
                    <a:solidFill>
                      <a:schemeClr val="dk2"/>
                    </a:solidFill>
                    <a:prstDash val="solid"/>
                    <a:round/>
                    <a:headEnd len="sm" w="sm" type="none"/>
                    <a:tailEnd len="sm" w="sm" type="none"/>
                  </a:ln>
                </p:spPr>
              </p:cxnSp>
              <p:sp>
                <p:nvSpPr>
                  <p:cNvPr id="332" name="Google Shape;332;p55"/>
                  <p:cNvSpPr/>
                  <p:nvPr/>
                </p:nvSpPr>
                <p:spPr>
                  <a:xfrm rot="10800000">
                    <a:off x="1557290" y="39060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
            <p:nvSpPr>
              <p:cNvPr id="333" name="Google Shape;333;p55"/>
              <p:cNvSpPr/>
              <p:nvPr/>
            </p:nvSpPr>
            <p:spPr>
              <a:xfrm rot="10800000">
                <a:off x="8650576" y="4730950"/>
                <a:ext cx="54600" cy="54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334" name="Google Shape;334;p55"/>
            <p:cNvGrpSpPr/>
            <p:nvPr/>
          </p:nvGrpSpPr>
          <p:grpSpPr>
            <a:xfrm>
              <a:off x="3949071" y="4578504"/>
              <a:ext cx="1245819" cy="1079037"/>
              <a:chOff x="8022925" y="186250"/>
              <a:chExt cx="815700" cy="706500"/>
            </a:xfrm>
          </p:grpSpPr>
          <p:sp>
            <p:nvSpPr>
              <p:cNvPr id="335" name="Google Shape;335;p55"/>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36" name="Google Shape;336;p55"/>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37" name="Google Shape;337;p55"/>
              <p:cNvSpPr/>
              <p:nvPr/>
            </p:nvSpPr>
            <p:spPr>
              <a:xfrm>
                <a:off x="8194799" y="335187"/>
                <a:ext cx="471900" cy="4086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338" name="Google Shape;338;p55"/>
            <p:cNvGrpSpPr/>
            <p:nvPr/>
          </p:nvGrpSpPr>
          <p:grpSpPr>
            <a:xfrm>
              <a:off x="6487988" y="-321084"/>
              <a:ext cx="1514976" cy="1058593"/>
              <a:chOff x="6487988" y="-321084"/>
              <a:chExt cx="1514976" cy="1058593"/>
            </a:xfrm>
          </p:grpSpPr>
          <p:grpSp>
            <p:nvGrpSpPr>
              <p:cNvPr id="339" name="Google Shape;339;p55"/>
              <p:cNvGrpSpPr/>
              <p:nvPr/>
            </p:nvGrpSpPr>
            <p:grpSpPr>
              <a:xfrm>
                <a:off x="6809206" y="-321084"/>
                <a:ext cx="873044" cy="756167"/>
                <a:chOff x="8022925" y="186250"/>
                <a:chExt cx="815700" cy="706500"/>
              </a:xfrm>
            </p:grpSpPr>
            <p:sp>
              <p:nvSpPr>
                <p:cNvPr id="340" name="Google Shape;340;p55"/>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41" name="Google Shape;341;p55"/>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42" name="Google Shape;342;p55"/>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343" name="Google Shape;343;p55"/>
              <p:cNvGrpSpPr/>
              <p:nvPr/>
            </p:nvGrpSpPr>
            <p:grpSpPr>
              <a:xfrm flipH="1" rot="10800000">
                <a:off x="6487988" y="89717"/>
                <a:ext cx="1514976" cy="647792"/>
                <a:chOff x="7297201" y="45061"/>
                <a:chExt cx="1514976" cy="647792"/>
              </a:xfrm>
            </p:grpSpPr>
            <p:sp>
              <p:nvSpPr>
                <p:cNvPr id="344" name="Google Shape;344;p55"/>
                <p:cNvSpPr/>
                <p:nvPr/>
              </p:nvSpPr>
              <p:spPr>
                <a:xfrm>
                  <a:off x="7297201" y="45061"/>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45" name="Google Shape;345;p55"/>
                <p:cNvSpPr/>
                <p:nvPr/>
              </p:nvSpPr>
              <p:spPr>
                <a:xfrm>
                  <a:off x="8047438" y="1919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46" name="Google Shape;346;p55"/>
                <p:cNvSpPr/>
                <p:nvPr/>
              </p:nvSpPr>
              <p:spPr>
                <a:xfrm>
                  <a:off x="8504977" y="4267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grpSp>
      <p:sp>
        <p:nvSpPr>
          <p:cNvPr id="347" name="Google Shape;347;p55"/>
          <p:cNvSpPr/>
          <p:nvPr>
            <p:ph idx="2" type="pic"/>
          </p:nvPr>
        </p:nvSpPr>
        <p:spPr>
          <a:xfrm>
            <a:off x="713225" y="785250"/>
            <a:ext cx="2870400" cy="3573000"/>
          </a:xfrm>
          <a:prstGeom prst="rect">
            <a:avLst/>
          </a:prstGeom>
          <a:noFill/>
          <a:ln cap="flat" cmpd="sng" w="9525">
            <a:solidFill>
              <a:schemeClr val="dk2"/>
            </a:solidFill>
            <a:prstDash val="solid"/>
            <a:round/>
            <a:headEnd len="sm" w="sm" type="none"/>
            <a:tailEnd len="sm" w="sm" type="none"/>
          </a:ln>
        </p:spPr>
      </p:sp>
      <p:sp>
        <p:nvSpPr>
          <p:cNvPr id="348" name="Google Shape;348;p55"/>
          <p:cNvSpPr txBox="1"/>
          <p:nvPr>
            <p:ph type="title"/>
          </p:nvPr>
        </p:nvSpPr>
        <p:spPr>
          <a:xfrm>
            <a:off x="4416775" y="3641174"/>
            <a:ext cx="4014000" cy="5319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000"/>
              <a:buNone/>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349" name="Google Shape;349;p55"/>
          <p:cNvSpPr txBox="1"/>
          <p:nvPr>
            <p:ph idx="1" type="subTitle"/>
          </p:nvPr>
        </p:nvSpPr>
        <p:spPr>
          <a:xfrm>
            <a:off x="4416775" y="978250"/>
            <a:ext cx="4014000" cy="2744100"/>
          </a:xfrm>
          <a:prstGeom prst="rect">
            <a:avLst/>
          </a:prstGeom>
          <a:noFill/>
          <a:ln>
            <a:noFill/>
          </a:ln>
        </p:spPr>
        <p:txBody>
          <a:bodyPr anchorCtr="0" anchor="b" bIns="91425" lIns="91425" spcFirstLastPara="1" rIns="91425" wrap="square" tIns="91425">
            <a:noAutofit/>
          </a:bodyPr>
          <a:lstStyle>
            <a:lvl1pPr lvl="0" algn="r">
              <a:lnSpc>
                <a:spcPct val="115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50" name="Shape 350"/>
        <p:cNvGrpSpPr/>
        <p:nvPr/>
      </p:nvGrpSpPr>
      <p:grpSpPr>
        <a:xfrm>
          <a:off x="0" y="0"/>
          <a:ext cx="0" cy="0"/>
          <a:chOff x="0" y="0"/>
          <a:chExt cx="0" cy="0"/>
        </a:xfrm>
      </p:grpSpPr>
      <p:sp>
        <p:nvSpPr>
          <p:cNvPr id="351" name="Google Shape;351;p56"/>
          <p:cNvSpPr/>
          <p:nvPr>
            <p:ph idx="2" type="pic"/>
          </p:nvPr>
        </p:nvSpPr>
        <p:spPr>
          <a:xfrm>
            <a:off x="2072100" y="2450675"/>
            <a:ext cx="4999800" cy="2157900"/>
          </a:xfrm>
          <a:prstGeom prst="rect">
            <a:avLst/>
          </a:prstGeom>
          <a:noFill/>
          <a:ln cap="flat" cmpd="sng" w="9525">
            <a:solidFill>
              <a:schemeClr val="dk2"/>
            </a:solidFill>
            <a:prstDash val="solid"/>
            <a:round/>
            <a:headEnd len="sm" w="sm" type="none"/>
            <a:tailEnd len="sm" w="sm" type="none"/>
          </a:ln>
        </p:spPr>
      </p:sp>
      <p:sp>
        <p:nvSpPr>
          <p:cNvPr id="352" name="Google Shape;352;p56"/>
          <p:cNvSpPr txBox="1"/>
          <p:nvPr>
            <p:ph hasCustomPrompt="1" type="title"/>
          </p:nvPr>
        </p:nvSpPr>
        <p:spPr>
          <a:xfrm>
            <a:off x="1982725" y="824100"/>
            <a:ext cx="5178600" cy="1039800"/>
          </a:xfrm>
          <a:prstGeom prst="rect">
            <a:avLst/>
          </a:prstGeom>
          <a:noFill/>
          <a:ln>
            <a:noFill/>
          </a:ln>
        </p:spPr>
        <p:txBody>
          <a:bodyPr anchorCtr="0" anchor="b" bIns="91425" lIns="91425" spcFirstLastPara="1" rIns="91425" wrap="square" tIns="91425">
            <a:noAutofit/>
          </a:bodyPr>
          <a:lstStyle>
            <a:lvl1pPr lvl="0" marR="0" algn="ctr">
              <a:lnSpc>
                <a:spcPct val="100000"/>
              </a:lnSpc>
              <a:spcBef>
                <a:spcPts val="0"/>
              </a:spcBef>
              <a:spcAft>
                <a:spcPts val="0"/>
              </a:spcAft>
              <a:buSzPts val="9600"/>
              <a:buNone/>
              <a:defRPr sz="6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353" name="Google Shape;353;p56"/>
          <p:cNvSpPr txBox="1"/>
          <p:nvPr>
            <p:ph idx="1" type="subTitle"/>
          </p:nvPr>
        </p:nvSpPr>
        <p:spPr>
          <a:xfrm>
            <a:off x="1982725" y="1836826"/>
            <a:ext cx="5178600" cy="387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354" name="Google Shape;354;p56"/>
          <p:cNvGrpSpPr/>
          <p:nvPr/>
        </p:nvGrpSpPr>
        <p:grpSpPr>
          <a:xfrm>
            <a:off x="-834447" y="-1018100"/>
            <a:ext cx="10786584" cy="2946365"/>
            <a:chOff x="-834447" y="-1018100"/>
            <a:chExt cx="10786584" cy="2946365"/>
          </a:xfrm>
        </p:grpSpPr>
        <p:grpSp>
          <p:nvGrpSpPr>
            <p:cNvPr id="355" name="Google Shape;355;p56"/>
            <p:cNvGrpSpPr/>
            <p:nvPr/>
          </p:nvGrpSpPr>
          <p:grpSpPr>
            <a:xfrm flipH="1">
              <a:off x="6534333" y="-1018100"/>
              <a:ext cx="3417804" cy="2444748"/>
              <a:chOff x="5222059" y="1707050"/>
              <a:chExt cx="3417804" cy="2444748"/>
            </a:xfrm>
          </p:grpSpPr>
          <p:grpSp>
            <p:nvGrpSpPr>
              <p:cNvPr id="356" name="Google Shape;356;p56"/>
              <p:cNvGrpSpPr/>
              <p:nvPr/>
            </p:nvGrpSpPr>
            <p:grpSpPr>
              <a:xfrm>
                <a:off x="6230684" y="2436004"/>
                <a:ext cx="1245819" cy="1079037"/>
                <a:chOff x="8022925" y="186250"/>
                <a:chExt cx="815700" cy="706500"/>
              </a:xfrm>
            </p:grpSpPr>
            <p:sp>
              <p:nvSpPr>
                <p:cNvPr id="357" name="Google Shape;357;p56"/>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58" name="Google Shape;358;p56"/>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59" name="Google Shape;359;p56"/>
                <p:cNvSpPr/>
                <p:nvPr/>
              </p:nvSpPr>
              <p:spPr>
                <a:xfrm>
                  <a:off x="8240438" y="374705"/>
                  <a:ext cx="380700" cy="3297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360" name="Google Shape;360;p56"/>
              <p:cNvGrpSpPr/>
              <p:nvPr/>
            </p:nvGrpSpPr>
            <p:grpSpPr>
              <a:xfrm>
                <a:off x="5222059" y="3089020"/>
                <a:ext cx="1008613" cy="873587"/>
                <a:chOff x="8022925" y="186250"/>
                <a:chExt cx="815700" cy="706500"/>
              </a:xfrm>
            </p:grpSpPr>
            <p:sp>
              <p:nvSpPr>
                <p:cNvPr id="361" name="Google Shape;361;p56"/>
                <p:cNvSpPr/>
                <p:nvPr/>
              </p:nvSpPr>
              <p:spPr>
                <a:xfrm>
                  <a:off x="8022925" y="186250"/>
                  <a:ext cx="815700" cy="706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62" name="Google Shape;362;p56"/>
                <p:cNvSpPr/>
                <p:nvPr/>
              </p:nvSpPr>
              <p:spPr>
                <a:xfrm>
                  <a:off x="8066182" y="223764"/>
                  <a:ext cx="729300" cy="631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363" name="Google Shape;363;p56"/>
              <p:cNvGrpSpPr/>
              <p:nvPr/>
            </p:nvGrpSpPr>
            <p:grpSpPr>
              <a:xfrm>
                <a:off x="6286990" y="3642694"/>
                <a:ext cx="587793" cy="509104"/>
                <a:chOff x="8022925" y="186250"/>
                <a:chExt cx="815700" cy="706500"/>
              </a:xfrm>
            </p:grpSpPr>
            <p:sp>
              <p:nvSpPr>
                <p:cNvPr id="364" name="Google Shape;364;p56"/>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65" name="Google Shape;365;p56"/>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366" name="Google Shape;366;p56"/>
              <p:cNvSpPr/>
              <p:nvPr/>
            </p:nvSpPr>
            <p:spPr>
              <a:xfrm>
                <a:off x="6178600" y="29244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367" name="Google Shape;367;p56"/>
              <p:cNvGrpSpPr/>
              <p:nvPr/>
            </p:nvGrpSpPr>
            <p:grpSpPr>
              <a:xfrm>
                <a:off x="7766819" y="2597416"/>
                <a:ext cx="873044" cy="756167"/>
                <a:chOff x="8022925" y="186250"/>
                <a:chExt cx="815700" cy="706500"/>
              </a:xfrm>
            </p:grpSpPr>
            <p:sp>
              <p:nvSpPr>
                <p:cNvPr id="368" name="Google Shape;368;p56"/>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69" name="Google Shape;369;p56"/>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70" name="Google Shape;370;p56"/>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371" name="Google Shape;371;p56"/>
              <p:cNvSpPr/>
              <p:nvPr/>
            </p:nvSpPr>
            <p:spPr>
              <a:xfrm>
                <a:off x="7394176" y="3089024"/>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72" name="Google Shape;372;p56"/>
              <p:cNvSpPr/>
              <p:nvPr/>
            </p:nvSpPr>
            <p:spPr>
              <a:xfrm>
                <a:off x="7640363" y="275957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73" name="Google Shape;373;p56"/>
              <p:cNvSpPr/>
              <p:nvPr/>
            </p:nvSpPr>
            <p:spPr>
              <a:xfrm>
                <a:off x="7044827" y="364270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374" name="Google Shape;374;p56"/>
              <p:cNvGrpSpPr/>
              <p:nvPr/>
            </p:nvGrpSpPr>
            <p:grpSpPr>
              <a:xfrm>
                <a:off x="6012275" y="1707050"/>
                <a:ext cx="1754544" cy="1381970"/>
                <a:chOff x="6012275" y="1707050"/>
                <a:chExt cx="1754544" cy="1381970"/>
              </a:xfrm>
            </p:grpSpPr>
            <p:grpSp>
              <p:nvGrpSpPr>
                <p:cNvPr id="375" name="Google Shape;375;p56"/>
                <p:cNvGrpSpPr/>
                <p:nvPr/>
              </p:nvGrpSpPr>
              <p:grpSpPr>
                <a:xfrm>
                  <a:off x="6012275" y="2285500"/>
                  <a:ext cx="1754544" cy="803520"/>
                  <a:chOff x="6012275" y="2285500"/>
                  <a:chExt cx="1754544" cy="803520"/>
                </a:xfrm>
              </p:grpSpPr>
              <p:cxnSp>
                <p:nvCxnSpPr>
                  <p:cNvPr id="376" name="Google Shape;376;p56"/>
                  <p:cNvCxnSpPr>
                    <a:stCxn id="368"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377" name="Google Shape;377;p56"/>
                  <p:cNvGrpSpPr/>
                  <p:nvPr/>
                </p:nvGrpSpPr>
                <p:grpSpPr>
                  <a:xfrm>
                    <a:off x="6012275" y="2285500"/>
                    <a:ext cx="1603950" cy="803520"/>
                    <a:chOff x="6012275" y="2285500"/>
                    <a:chExt cx="1603950" cy="803520"/>
                  </a:xfrm>
                </p:grpSpPr>
                <p:cxnSp>
                  <p:nvCxnSpPr>
                    <p:cNvPr id="378" name="Google Shape;378;p56"/>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379" name="Google Shape;379;p56"/>
                    <p:cNvCxnSpPr/>
                    <p:nvPr/>
                  </p:nvCxnSpPr>
                  <p:spPr>
                    <a:xfrm rot="10800000">
                      <a:off x="6405500" y="2289200"/>
                      <a:ext cx="861000" cy="0"/>
                    </a:xfrm>
                    <a:prstGeom prst="straightConnector1">
                      <a:avLst/>
                    </a:prstGeom>
                    <a:noFill/>
                    <a:ln cap="flat" cmpd="sng" w="9525">
                      <a:solidFill>
                        <a:schemeClr val="dk2"/>
                      </a:solidFill>
                      <a:prstDash val="solid"/>
                      <a:round/>
                      <a:headEnd len="sm" w="sm" type="none"/>
                      <a:tailEnd len="sm" w="sm" type="none"/>
                    </a:ln>
                  </p:spPr>
                </p:cxnSp>
                <p:cxnSp>
                  <p:nvCxnSpPr>
                    <p:cNvPr id="380" name="Google Shape;380;p56"/>
                    <p:cNvCxnSpPr>
                      <a:stCxn id="361" idx="5"/>
                    </p:cNvCxnSpPr>
                    <p:nvPr/>
                  </p:nvCxnSpPr>
                  <p:spPr>
                    <a:xfrm flipH="1" rot="10800000">
                      <a:off x="6012275" y="2285620"/>
                      <a:ext cx="395400" cy="803400"/>
                    </a:xfrm>
                    <a:prstGeom prst="straightConnector1">
                      <a:avLst/>
                    </a:prstGeom>
                    <a:noFill/>
                    <a:ln cap="flat" cmpd="sng" w="9525">
                      <a:solidFill>
                        <a:schemeClr val="dk2"/>
                      </a:solidFill>
                      <a:prstDash val="solid"/>
                      <a:round/>
                      <a:headEnd len="sm" w="sm" type="none"/>
                      <a:tailEnd len="sm" w="sm" type="none"/>
                    </a:ln>
                  </p:spPr>
                </p:cxnSp>
              </p:grpSp>
              <p:sp>
                <p:nvSpPr>
                  <p:cNvPr id="381" name="Google Shape;381;p56"/>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382" name="Google Shape;382;p56"/>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383" name="Google Shape;383;p56"/>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384" name="Google Shape;384;p56"/>
              <p:cNvSpPr/>
              <p:nvPr/>
            </p:nvSpPr>
            <p:spPr>
              <a:xfrm>
                <a:off x="5975025" y="3049300"/>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385" name="Google Shape;385;p56"/>
            <p:cNvGrpSpPr/>
            <p:nvPr/>
          </p:nvGrpSpPr>
          <p:grpSpPr>
            <a:xfrm>
              <a:off x="-834447" y="-181574"/>
              <a:ext cx="2615301" cy="2109839"/>
              <a:chOff x="4428309" y="-851325"/>
              <a:chExt cx="2965866" cy="2392650"/>
            </a:xfrm>
          </p:grpSpPr>
          <p:grpSp>
            <p:nvGrpSpPr>
              <p:cNvPr id="386" name="Google Shape;386;p56"/>
              <p:cNvGrpSpPr/>
              <p:nvPr/>
            </p:nvGrpSpPr>
            <p:grpSpPr>
              <a:xfrm>
                <a:off x="4428309" y="-723871"/>
                <a:ext cx="1245819" cy="1079037"/>
                <a:chOff x="8022925" y="186250"/>
                <a:chExt cx="815700" cy="706500"/>
              </a:xfrm>
            </p:grpSpPr>
            <p:sp>
              <p:nvSpPr>
                <p:cNvPr id="387" name="Google Shape;387;p56"/>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88" name="Google Shape;388;p56"/>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89" name="Google Shape;389;p56"/>
                <p:cNvSpPr/>
                <p:nvPr/>
              </p:nvSpPr>
              <p:spPr>
                <a:xfrm>
                  <a:off x="8355664" y="474499"/>
                  <a:ext cx="150300" cy="1302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390" name="Google Shape;390;p56"/>
              <p:cNvGrpSpPr/>
              <p:nvPr/>
            </p:nvGrpSpPr>
            <p:grpSpPr>
              <a:xfrm>
                <a:off x="6360273" y="-338456"/>
                <a:ext cx="917499" cy="794671"/>
                <a:chOff x="8022925" y="186250"/>
                <a:chExt cx="815700" cy="706500"/>
              </a:xfrm>
            </p:grpSpPr>
            <p:sp>
              <p:nvSpPr>
                <p:cNvPr id="391" name="Google Shape;391;p56"/>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92" name="Google Shape;392;p56"/>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393" name="Google Shape;393;p56"/>
              <p:cNvGrpSpPr/>
              <p:nvPr/>
            </p:nvGrpSpPr>
            <p:grpSpPr>
              <a:xfrm>
                <a:off x="5548840" y="-8756"/>
                <a:ext cx="587793" cy="509104"/>
                <a:chOff x="8022925" y="186250"/>
                <a:chExt cx="815700" cy="706500"/>
              </a:xfrm>
            </p:grpSpPr>
            <p:sp>
              <p:nvSpPr>
                <p:cNvPr id="394" name="Google Shape;394;p56"/>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95" name="Google Shape;395;p56"/>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396" name="Google Shape;396;p56"/>
              <p:cNvGrpSpPr/>
              <p:nvPr/>
            </p:nvGrpSpPr>
            <p:grpSpPr>
              <a:xfrm>
                <a:off x="6089765" y="600244"/>
                <a:ext cx="587793" cy="509104"/>
                <a:chOff x="8022925" y="186250"/>
                <a:chExt cx="815700" cy="706500"/>
              </a:xfrm>
            </p:grpSpPr>
            <p:sp>
              <p:nvSpPr>
                <p:cNvPr id="397" name="Google Shape;397;p56"/>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98" name="Google Shape;398;p56"/>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399" name="Google Shape;399;p56"/>
              <p:cNvSpPr/>
              <p:nvPr/>
            </p:nvSpPr>
            <p:spPr>
              <a:xfrm>
                <a:off x="6499238" y="5521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00" name="Google Shape;400;p56"/>
              <p:cNvSpPr/>
              <p:nvPr/>
            </p:nvSpPr>
            <p:spPr>
              <a:xfrm>
                <a:off x="5734552" y="-494440"/>
                <a:ext cx="307200" cy="2661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401" name="Google Shape;401;p56"/>
              <p:cNvCxnSpPr>
                <a:stCxn id="387" idx="1"/>
              </p:cNvCxnSpPr>
              <p:nvPr/>
            </p:nvCxnSpPr>
            <p:spPr>
              <a:xfrm>
                <a:off x="5404369" y="355166"/>
                <a:ext cx="285600" cy="501600"/>
              </a:xfrm>
              <a:prstGeom prst="straightConnector1">
                <a:avLst/>
              </a:prstGeom>
              <a:noFill/>
              <a:ln cap="flat" cmpd="sng" w="9525">
                <a:solidFill>
                  <a:schemeClr val="dk2"/>
                </a:solidFill>
                <a:prstDash val="solid"/>
                <a:round/>
                <a:headEnd len="sm" w="sm" type="none"/>
                <a:tailEnd len="sm" w="sm" type="none"/>
              </a:ln>
            </p:spPr>
          </p:cxnSp>
          <p:cxnSp>
            <p:nvCxnSpPr>
              <p:cNvPr id="402" name="Google Shape;402;p56"/>
              <p:cNvCxnSpPr>
                <a:stCxn id="397" idx="3"/>
              </p:cNvCxnSpPr>
              <p:nvPr/>
            </p:nvCxnSpPr>
            <p:spPr>
              <a:xfrm rot="10800000">
                <a:off x="5686565" y="854796"/>
                <a:ext cx="403200" cy="0"/>
              </a:xfrm>
              <a:prstGeom prst="straightConnector1">
                <a:avLst/>
              </a:prstGeom>
              <a:noFill/>
              <a:ln cap="flat" cmpd="sng" w="9525">
                <a:solidFill>
                  <a:schemeClr val="dk2"/>
                </a:solidFill>
                <a:prstDash val="solid"/>
                <a:round/>
                <a:headEnd len="sm" w="sm" type="none"/>
                <a:tailEnd len="sm" w="sm" type="none"/>
              </a:ln>
            </p:spPr>
          </p:cxnSp>
          <p:cxnSp>
            <p:nvCxnSpPr>
              <p:cNvPr id="403" name="Google Shape;403;p56"/>
              <p:cNvCxnSpPr>
                <a:stCxn id="394" idx="0"/>
              </p:cNvCxnSpPr>
              <p:nvPr/>
            </p:nvCxnSpPr>
            <p:spPr>
              <a:xfrm>
                <a:off x="6136633" y="245796"/>
                <a:ext cx="154500" cy="0"/>
              </a:xfrm>
              <a:prstGeom prst="straightConnector1">
                <a:avLst/>
              </a:prstGeom>
              <a:noFill/>
              <a:ln cap="flat" cmpd="sng" w="9525">
                <a:solidFill>
                  <a:schemeClr val="dk2"/>
                </a:solidFill>
                <a:prstDash val="solid"/>
                <a:round/>
                <a:headEnd len="sm" w="sm" type="none"/>
                <a:tailEnd len="sm" w="sm" type="none"/>
              </a:ln>
            </p:spPr>
          </p:cxnSp>
          <p:cxnSp>
            <p:nvCxnSpPr>
              <p:cNvPr id="404" name="Google Shape;404;p56"/>
              <p:cNvCxnSpPr>
                <a:stCxn id="391" idx="3"/>
              </p:cNvCxnSpPr>
              <p:nvPr/>
            </p:nvCxnSpPr>
            <p:spPr>
              <a:xfrm flipH="1">
                <a:off x="6287073" y="58880"/>
                <a:ext cx="73200" cy="187500"/>
              </a:xfrm>
              <a:prstGeom prst="straightConnector1">
                <a:avLst/>
              </a:prstGeom>
              <a:noFill/>
              <a:ln cap="flat" cmpd="sng" w="9525">
                <a:solidFill>
                  <a:schemeClr val="dk2"/>
                </a:solidFill>
                <a:prstDash val="solid"/>
                <a:round/>
                <a:headEnd len="sm" w="sm" type="none"/>
                <a:tailEnd len="sm" w="sm" type="none"/>
              </a:ln>
            </p:spPr>
          </p:cxnSp>
          <p:cxnSp>
            <p:nvCxnSpPr>
              <p:cNvPr id="405" name="Google Shape;405;p56"/>
              <p:cNvCxnSpPr>
                <a:stCxn id="397" idx="1"/>
              </p:cNvCxnSpPr>
              <p:nvPr/>
            </p:nvCxnSpPr>
            <p:spPr>
              <a:xfrm>
                <a:off x="6550282" y="1109348"/>
                <a:ext cx="226200" cy="391800"/>
              </a:xfrm>
              <a:prstGeom prst="straightConnector1">
                <a:avLst/>
              </a:prstGeom>
              <a:noFill/>
              <a:ln cap="flat" cmpd="sng" w="9525">
                <a:solidFill>
                  <a:schemeClr val="dk2"/>
                </a:solidFill>
                <a:prstDash val="solid"/>
                <a:round/>
                <a:headEnd len="sm" w="sm" type="none"/>
                <a:tailEnd len="sm" w="sm" type="none"/>
              </a:ln>
            </p:spPr>
          </p:cxnSp>
          <p:sp>
            <p:nvSpPr>
              <p:cNvPr id="406" name="Google Shape;406;p56"/>
              <p:cNvSpPr/>
              <p:nvPr/>
            </p:nvSpPr>
            <p:spPr>
              <a:xfrm>
                <a:off x="6736425" y="14627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407" name="Google Shape;407;p56"/>
              <p:cNvCxnSpPr>
                <a:stCxn id="391" idx="5"/>
              </p:cNvCxnSpPr>
              <p:nvPr/>
            </p:nvCxnSpPr>
            <p:spPr>
              <a:xfrm flipH="1" rot="10800000">
                <a:off x="7079104" y="-816056"/>
                <a:ext cx="275700" cy="477600"/>
              </a:xfrm>
              <a:prstGeom prst="straightConnector1">
                <a:avLst/>
              </a:prstGeom>
              <a:noFill/>
              <a:ln cap="flat" cmpd="sng" w="9525">
                <a:solidFill>
                  <a:schemeClr val="dk2"/>
                </a:solidFill>
                <a:prstDash val="solid"/>
                <a:round/>
                <a:headEnd len="sm" w="sm" type="none"/>
                <a:tailEnd len="sm" w="sm" type="none"/>
              </a:ln>
            </p:spPr>
          </p:cxnSp>
          <p:sp>
            <p:nvSpPr>
              <p:cNvPr id="408" name="Google Shape;408;p56"/>
              <p:cNvSpPr/>
              <p:nvPr/>
            </p:nvSpPr>
            <p:spPr>
              <a:xfrm>
                <a:off x="7315575" y="-8513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09" name="Google Shape;409;p56"/>
              <p:cNvSpPr/>
              <p:nvPr/>
            </p:nvSpPr>
            <p:spPr>
              <a:xfrm>
                <a:off x="5478244" y="972475"/>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410" name="Shape 410"/>
        <p:cNvGrpSpPr/>
        <p:nvPr/>
      </p:nvGrpSpPr>
      <p:grpSpPr>
        <a:xfrm>
          <a:off x="0" y="0"/>
          <a:ext cx="0" cy="0"/>
          <a:chOff x="0" y="0"/>
          <a:chExt cx="0" cy="0"/>
        </a:xfrm>
      </p:grpSpPr>
      <p:sp>
        <p:nvSpPr>
          <p:cNvPr id="411" name="Google Shape;411;p57"/>
          <p:cNvSpPr txBox="1"/>
          <p:nvPr>
            <p:ph type="title"/>
          </p:nvPr>
        </p:nvSpPr>
        <p:spPr>
          <a:xfrm>
            <a:off x="4324375" y="539496"/>
            <a:ext cx="4106400" cy="7689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12" name="Google Shape;412;p57"/>
          <p:cNvSpPr txBox="1"/>
          <p:nvPr>
            <p:ph idx="1" type="subTitle"/>
          </p:nvPr>
        </p:nvSpPr>
        <p:spPr>
          <a:xfrm>
            <a:off x="4324375" y="1238367"/>
            <a:ext cx="4106400" cy="3885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13" name="Google Shape;413;p57"/>
          <p:cNvSpPr txBox="1"/>
          <p:nvPr>
            <p:ph idx="2" type="title"/>
          </p:nvPr>
        </p:nvSpPr>
        <p:spPr>
          <a:xfrm>
            <a:off x="4324375" y="2030345"/>
            <a:ext cx="4106400" cy="7689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14" name="Google Shape;414;p57"/>
          <p:cNvSpPr txBox="1"/>
          <p:nvPr>
            <p:ph idx="3" type="subTitle"/>
          </p:nvPr>
        </p:nvSpPr>
        <p:spPr>
          <a:xfrm>
            <a:off x="4324375" y="2729221"/>
            <a:ext cx="4106400" cy="3885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15" name="Google Shape;415;p57"/>
          <p:cNvSpPr txBox="1"/>
          <p:nvPr>
            <p:ph idx="4" type="title"/>
          </p:nvPr>
        </p:nvSpPr>
        <p:spPr>
          <a:xfrm>
            <a:off x="4324375" y="3521195"/>
            <a:ext cx="4106400" cy="7689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16" name="Google Shape;416;p57"/>
          <p:cNvSpPr txBox="1"/>
          <p:nvPr>
            <p:ph idx="5" type="subTitle"/>
          </p:nvPr>
        </p:nvSpPr>
        <p:spPr>
          <a:xfrm>
            <a:off x="4324375" y="4220074"/>
            <a:ext cx="4106400" cy="3885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17" name="Google Shape;417;p57"/>
          <p:cNvSpPr/>
          <p:nvPr>
            <p:ph idx="6" type="pic"/>
          </p:nvPr>
        </p:nvSpPr>
        <p:spPr>
          <a:xfrm>
            <a:off x="713225" y="539500"/>
            <a:ext cx="3543300" cy="4064400"/>
          </a:xfrm>
          <a:prstGeom prst="rect">
            <a:avLst/>
          </a:prstGeom>
          <a:noFill/>
          <a:ln cap="flat" cmpd="sng" w="9525">
            <a:solidFill>
              <a:schemeClr val="dk2"/>
            </a:solidFill>
            <a:prstDash val="solid"/>
            <a:round/>
            <a:headEnd len="sm" w="sm" type="none"/>
            <a:tailEnd len="sm" w="sm" type="none"/>
          </a:ln>
        </p:spPr>
      </p:sp>
      <p:grpSp>
        <p:nvGrpSpPr>
          <p:cNvPr id="418" name="Google Shape;418;p57"/>
          <p:cNvGrpSpPr/>
          <p:nvPr/>
        </p:nvGrpSpPr>
        <p:grpSpPr>
          <a:xfrm>
            <a:off x="-428399" y="-323596"/>
            <a:ext cx="10226768" cy="5755429"/>
            <a:chOff x="-428399" y="-323596"/>
            <a:chExt cx="10226768" cy="5755429"/>
          </a:xfrm>
        </p:grpSpPr>
        <p:grpSp>
          <p:nvGrpSpPr>
            <p:cNvPr id="419" name="Google Shape;419;p57"/>
            <p:cNvGrpSpPr/>
            <p:nvPr/>
          </p:nvGrpSpPr>
          <p:grpSpPr>
            <a:xfrm>
              <a:off x="7517427" y="-323596"/>
              <a:ext cx="2280942" cy="1580637"/>
              <a:chOff x="7421427" y="-193296"/>
              <a:chExt cx="2280942" cy="1580637"/>
            </a:xfrm>
          </p:grpSpPr>
          <p:grpSp>
            <p:nvGrpSpPr>
              <p:cNvPr id="420" name="Google Shape;420;p57"/>
              <p:cNvGrpSpPr/>
              <p:nvPr/>
            </p:nvGrpSpPr>
            <p:grpSpPr>
              <a:xfrm>
                <a:off x="8440709" y="-193296"/>
                <a:ext cx="1261660" cy="1580637"/>
                <a:chOff x="436759" y="-723871"/>
                <a:chExt cx="1261660" cy="1580637"/>
              </a:xfrm>
            </p:grpSpPr>
            <p:grpSp>
              <p:nvGrpSpPr>
                <p:cNvPr id="421" name="Google Shape;421;p57"/>
                <p:cNvGrpSpPr/>
                <p:nvPr/>
              </p:nvGrpSpPr>
              <p:grpSpPr>
                <a:xfrm>
                  <a:off x="436759" y="-723871"/>
                  <a:ext cx="1245819" cy="1079037"/>
                  <a:chOff x="8022925" y="186250"/>
                  <a:chExt cx="815700" cy="706500"/>
                </a:xfrm>
              </p:grpSpPr>
              <p:sp>
                <p:nvSpPr>
                  <p:cNvPr id="422" name="Google Shape;422;p57"/>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23" name="Google Shape;423;p57"/>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24" name="Google Shape;424;p57"/>
                  <p:cNvSpPr/>
                  <p:nvPr/>
                </p:nvSpPr>
                <p:spPr>
                  <a:xfrm>
                    <a:off x="8245500" y="379072"/>
                    <a:ext cx="370500" cy="3210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425" name="Google Shape;425;p57"/>
                <p:cNvCxnSpPr>
                  <a:stCxn id="422" idx="1"/>
                </p:cNvCxnSpPr>
                <p:nvPr/>
              </p:nvCxnSpPr>
              <p:spPr>
                <a:xfrm>
                  <a:off x="1412819" y="355166"/>
                  <a:ext cx="285600" cy="501600"/>
                </a:xfrm>
                <a:prstGeom prst="straightConnector1">
                  <a:avLst/>
                </a:prstGeom>
                <a:noFill/>
                <a:ln cap="flat" cmpd="sng" w="9525">
                  <a:solidFill>
                    <a:schemeClr val="dk2"/>
                  </a:solidFill>
                  <a:prstDash val="solid"/>
                  <a:round/>
                  <a:headEnd len="sm" w="sm" type="none"/>
                  <a:tailEnd len="sm" w="sm" type="none"/>
                </a:ln>
              </p:spPr>
            </p:cxnSp>
            <p:sp>
              <p:nvSpPr>
                <p:cNvPr id="426" name="Google Shape;426;p57"/>
                <p:cNvSpPr/>
                <p:nvPr/>
              </p:nvSpPr>
              <p:spPr>
                <a:xfrm>
                  <a:off x="584577" y="47292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427" name="Google Shape;427;p57"/>
              <p:cNvCxnSpPr>
                <a:stCxn id="422" idx="3"/>
                <a:endCxn id="428" idx="0"/>
              </p:cNvCxnSpPr>
              <p:nvPr/>
            </p:nvCxnSpPr>
            <p:spPr>
              <a:xfrm rot="10800000">
                <a:off x="7728509" y="346223"/>
                <a:ext cx="712200" cy="0"/>
              </a:xfrm>
              <a:prstGeom prst="straightConnector1">
                <a:avLst/>
              </a:prstGeom>
              <a:noFill/>
              <a:ln cap="flat" cmpd="sng" w="9525">
                <a:solidFill>
                  <a:schemeClr val="dk2"/>
                </a:solidFill>
                <a:prstDash val="solid"/>
                <a:round/>
                <a:headEnd len="sm" w="sm" type="none"/>
                <a:tailEnd len="sm" w="sm" type="none"/>
              </a:ln>
            </p:spPr>
          </p:cxnSp>
          <p:sp>
            <p:nvSpPr>
              <p:cNvPr id="428" name="Google Shape;428;p57"/>
              <p:cNvSpPr/>
              <p:nvPr/>
            </p:nvSpPr>
            <p:spPr>
              <a:xfrm>
                <a:off x="7421427" y="213178"/>
                <a:ext cx="307200" cy="2661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429" name="Google Shape;429;p57"/>
            <p:cNvGrpSpPr/>
            <p:nvPr/>
          </p:nvGrpSpPr>
          <p:grpSpPr>
            <a:xfrm flipH="1">
              <a:off x="7641663" y="3785300"/>
              <a:ext cx="1835863" cy="1646533"/>
              <a:chOff x="8352175" y="-274150"/>
              <a:chExt cx="1835863" cy="1646533"/>
            </a:xfrm>
          </p:grpSpPr>
          <p:grpSp>
            <p:nvGrpSpPr>
              <p:cNvPr id="430" name="Google Shape;430;p57"/>
              <p:cNvGrpSpPr/>
              <p:nvPr/>
            </p:nvGrpSpPr>
            <p:grpSpPr>
              <a:xfrm>
                <a:off x="9314994" y="616216"/>
                <a:ext cx="873044" cy="756167"/>
                <a:chOff x="8022925" y="186250"/>
                <a:chExt cx="815700" cy="706500"/>
              </a:xfrm>
            </p:grpSpPr>
            <p:sp>
              <p:nvSpPr>
                <p:cNvPr id="431" name="Google Shape;431;p57"/>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32" name="Google Shape;432;p57"/>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33" name="Google Shape;433;p57"/>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434" name="Google Shape;434;p57"/>
              <p:cNvSpPr/>
              <p:nvPr/>
            </p:nvSpPr>
            <p:spPr>
              <a:xfrm>
                <a:off x="8383126" y="-206726"/>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35" name="Google Shape;435;p57"/>
              <p:cNvSpPr/>
              <p:nvPr/>
            </p:nvSpPr>
            <p:spPr>
              <a:xfrm>
                <a:off x="9118688" y="5905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436" name="Google Shape;436;p57"/>
              <p:cNvGrpSpPr/>
              <p:nvPr/>
            </p:nvGrpSpPr>
            <p:grpSpPr>
              <a:xfrm>
                <a:off x="8408775" y="-274150"/>
                <a:ext cx="906219" cy="1300800"/>
                <a:chOff x="6860600" y="1707050"/>
                <a:chExt cx="906219" cy="1300800"/>
              </a:xfrm>
            </p:grpSpPr>
            <p:grpSp>
              <p:nvGrpSpPr>
                <p:cNvPr id="437" name="Google Shape;437;p57"/>
                <p:cNvGrpSpPr/>
                <p:nvPr/>
              </p:nvGrpSpPr>
              <p:grpSpPr>
                <a:xfrm>
                  <a:off x="6860600" y="2285500"/>
                  <a:ext cx="906219" cy="722350"/>
                  <a:chOff x="6860600" y="2285500"/>
                  <a:chExt cx="906219" cy="722350"/>
                </a:xfrm>
              </p:grpSpPr>
              <p:cxnSp>
                <p:nvCxnSpPr>
                  <p:cNvPr id="438" name="Google Shape;438;p57"/>
                  <p:cNvCxnSpPr>
                    <a:stCxn id="431"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439" name="Google Shape;439;p57"/>
                  <p:cNvGrpSpPr/>
                  <p:nvPr/>
                </p:nvGrpSpPr>
                <p:grpSpPr>
                  <a:xfrm>
                    <a:off x="6860600" y="2285500"/>
                    <a:ext cx="755625" cy="690000"/>
                    <a:chOff x="6860600" y="2285500"/>
                    <a:chExt cx="755625" cy="690000"/>
                  </a:xfrm>
                </p:grpSpPr>
                <p:cxnSp>
                  <p:nvCxnSpPr>
                    <p:cNvPr id="440" name="Google Shape;440;p57"/>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441" name="Google Shape;441;p57"/>
                    <p:cNvCxnSpPr/>
                    <p:nvPr/>
                  </p:nvCxnSpPr>
                  <p:spPr>
                    <a:xfrm rot="10800000">
                      <a:off x="6860600" y="2289200"/>
                      <a:ext cx="405900" cy="0"/>
                    </a:xfrm>
                    <a:prstGeom prst="straightConnector1">
                      <a:avLst/>
                    </a:prstGeom>
                    <a:noFill/>
                    <a:ln cap="flat" cmpd="sng" w="9525">
                      <a:solidFill>
                        <a:schemeClr val="dk2"/>
                      </a:solidFill>
                      <a:prstDash val="solid"/>
                      <a:round/>
                      <a:headEnd len="sm" w="sm" type="none"/>
                      <a:tailEnd len="sm" w="sm" type="none"/>
                    </a:ln>
                  </p:spPr>
                </p:cxnSp>
              </p:grpSp>
              <p:sp>
                <p:nvSpPr>
                  <p:cNvPr id="442" name="Google Shape;442;p57"/>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443" name="Google Shape;443;p57"/>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444" name="Google Shape;444;p57"/>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445" name="Google Shape;445;p57"/>
              <p:cNvSpPr/>
              <p:nvPr/>
            </p:nvSpPr>
            <p:spPr>
              <a:xfrm>
                <a:off x="8352175" y="2686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46" name="Google Shape;446;p57"/>
              <p:cNvSpPr/>
              <p:nvPr/>
            </p:nvSpPr>
            <p:spPr>
              <a:xfrm>
                <a:off x="8504977" y="4267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447" name="Google Shape;447;p57"/>
            <p:cNvGrpSpPr/>
            <p:nvPr/>
          </p:nvGrpSpPr>
          <p:grpSpPr>
            <a:xfrm flipH="1" rot="10800000">
              <a:off x="-428399" y="66250"/>
              <a:ext cx="1141616" cy="1740595"/>
              <a:chOff x="-377824" y="3323825"/>
              <a:chExt cx="1141616" cy="1740595"/>
            </a:xfrm>
          </p:grpSpPr>
          <p:grpSp>
            <p:nvGrpSpPr>
              <p:cNvPr id="448" name="Google Shape;448;p57"/>
              <p:cNvGrpSpPr/>
              <p:nvPr/>
            </p:nvGrpSpPr>
            <p:grpSpPr>
              <a:xfrm>
                <a:off x="-377824" y="3991865"/>
                <a:ext cx="1141616" cy="1072555"/>
                <a:chOff x="4046769" y="1482116"/>
                <a:chExt cx="1390180" cy="1306082"/>
              </a:xfrm>
            </p:grpSpPr>
            <p:grpSp>
              <p:nvGrpSpPr>
                <p:cNvPr id="449" name="Google Shape;449;p57"/>
                <p:cNvGrpSpPr/>
                <p:nvPr/>
              </p:nvGrpSpPr>
              <p:grpSpPr>
                <a:xfrm>
                  <a:off x="4046769" y="1482116"/>
                  <a:ext cx="1180258" cy="756167"/>
                  <a:chOff x="4046769" y="1482116"/>
                  <a:chExt cx="1180258" cy="756167"/>
                </a:xfrm>
              </p:grpSpPr>
              <p:grpSp>
                <p:nvGrpSpPr>
                  <p:cNvPr id="450" name="Google Shape;450;p57"/>
                  <p:cNvGrpSpPr/>
                  <p:nvPr/>
                </p:nvGrpSpPr>
                <p:grpSpPr>
                  <a:xfrm>
                    <a:off x="4046769" y="1482116"/>
                    <a:ext cx="873044" cy="756167"/>
                    <a:chOff x="8022925" y="186250"/>
                    <a:chExt cx="815700" cy="706500"/>
                  </a:xfrm>
                </p:grpSpPr>
                <p:sp>
                  <p:nvSpPr>
                    <p:cNvPr id="451" name="Google Shape;451;p57"/>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52" name="Google Shape;452;p57"/>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53" name="Google Shape;453;p57"/>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454" name="Google Shape;454;p57"/>
                  <p:cNvSpPr/>
                  <p:nvPr/>
                </p:nvSpPr>
                <p:spPr>
                  <a:xfrm>
                    <a:off x="4919827" y="195357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55" name="Google Shape;455;p57"/>
                  <p:cNvSpPr/>
                  <p:nvPr/>
                </p:nvSpPr>
                <p:spPr>
                  <a:xfrm>
                    <a:off x="4981813" y="15413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456" name="Google Shape;456;p57"/>
                <p:cNvCxnSpPr>
                  <a:stCxn id="451" idx="1"/>
                  <a:endCxn id="457" idx="3"/>
                </p:cNvCxnSpPr>
                <p:nvPr/>
              </p:nvCxnSpPr>
              <p:spPr>
                <a:xfrm>
                  <a:off x="4730771" y="2238283"/>
                  <a:ext cx="206400" cy="333600"/>
                </a:xfrm>
                <a:prstGeom prst="straightConnector1">
                  <a:avLst/>
                </a:prstGeom>
                <a:noFill/>
                <a:ln cap="flat" cmpd="sng" w="9525">
                  <a:solidFill>
                    <a:schemeClr val="dk2"/>
                  </a:solidFill>
                  <a:prstDash val="solid"/>
                  <a:round/>
                  <a:headEnd len="sm" w="sm" type="none"/>
                  <a:tailEnd len="sm" w="sm" type="none"/>
                </a:ln>
              </p:spPr>
            </p:cxnSp>
            <p:sp>
              <p:nvSpPr>
                <p:cNvPr id="457" name="Google Shape;457;p57"/>
                <p:cNvSpPr/>
                <p:nvPr/>
              </p:nvSpPr>
              <p:spPr>
                <a:xfrm>
                  <a:off x="4937149" y="2355298"/>
                  <a:ext cx="499800" cy="4329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58" name="Google Shape;458;p57"/>
                <p:cNvSpPr/>
                <p:nvPr/>
              </p:nvSpPr>
              <p:spPr>
                <a:xfrm>
                  <a:off x="4988000" y="2399325"/>
                  <a:ext cx="398100" cy="345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459" name="Google Shape;459;p57"/>
              <p:cNvSpPr/>
              <p:nvPr/>
            </p:nvSpPr>
            <p:spPr>
              <a:xfrm>
                <a:off x="-90850" y="3323825"/>
                <a:ext cx="595500" cy="5157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60" name="Google Shape;460;p57"/>
              <p:cNvSpPr/>
              <p:nvPr/>
            </p:nvSpPr>
            <p:spPr>
              <a:xfrm>
                <a:off x="-6100" y="3397200"/>
                <a:ext cx="426000" cy="3690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461" name="Shape 461"/>
        <p:cNvGrpSpPr/>
        <p:nvPr/>
      </p:nvGrpSpPr>
      <p:grpSpPr>
        <a:xfrm>
          <a:off x="0" y="0"/>
          <a:ext cx="0" cy="0"/>
          <a:chOff x="0" y="0"/>
          <a:chExt cx="0" cy="0"/>
        </a:xfrm>
      </p:grpSpPr>
      <p:sp>
        <p:nvSpPr>
          <p:cNvPr id="462" name="Google Shape;462;p58"/>
          <p:cNvSpPr txBox="1"/>
          <p:nvPr>
            <p:ph type="title"/>
          </p:nvPr>
        </p:nvSpPr>
        <p:spPr>
          <a:xfrm>
            <a:off x="720000" y="1299413"/>
            <a:ext cx="3519600" cy="16656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63" name="Google Shape;463;p58"/>
          <p:cNvSpPr txBox="1"/>
          <p:nvPr>
            <p:ph idx="1" type="subTitle"/>
          </p:nvPr>
        </p:nvSpPr>
        <p:spPr>
          <a:xfrm>
            <a:off x="720000" y="2964838"/>
            <a:ext cx="3519600" cy="879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4" name="Google Shape;464;p58"/>
          <p:cNvSpPr/>
          <p:nvPr>
            <p:ph idx="2" type="pic"/>
          </p:nvPr>
        </p:nvSpPr>
        <p:spPr>
          <a:xfrm>
            <a:off x="4571975" y="533875"/>
            <a:ext cx="3858900" cy="4075800"/>
          </a:xfrm>
          <a:prstGeom prst="rect">
            <a:avLst/>
          </a:prstGeom>
          <a:noFill/>
          <a:ln cap="flat" cmpd="sng" w="9525">
            <a:solidFill>
              <a:schemeClr val="dk2"/>
            </a:solidFill>
            <a:prstDash val="solid"/>
            <a:round/>
            <a:headEnd len="sm" w="sm" type="none"/>
            <a:tailEnd len="sm" w="sm" type="none"/>
          </a:ln>
        </p:spPr>
      </p:sp>
      <p:grpSp>
        <p:nvGrpSpPr>
          <p:cNvPr id="465" name="Google Shape;465;p58"/>
          <p:cNvGrpSpPr/>
          <p:nvPr/>
        </p:nvGrpSpPr>
        <p:grpSpPr>
          <a:xfrm>
            <a:off x="121725" y="129827"/>
            <a:ext cx="9790940" cy="4911772"/>
            <a:chOff x="121725" y="129827"/>
            <a:chExt cx="9790940" cy="4911772"/>
          </a:xfrm>
        </p:grpSpPr>
        <p:grpSp>
          <p:nvGrpSpPr>
            <p:cNvPr id="466" name="Google Shape;466;p58"/>
            <p:cNvGrpSpPr/>
            <p:nvPr/>
          </p:nvGrpSpPr>
          <p:grpSpPr>
            <a:xfrm>
              <a:off x="8584540" y="4012900"/>
              <a:ext cx="1128460" cy="989200"/>
              <a:chOff x="2136440" y="1592025"/>
              <a:chExt cx="1128460" cy="989200"/>
            </a:xfrm>
          </p:grpSpPr>
          <p:grpSp>
            <p:nvGrpSpPr>
              <p:cNvPr id="467" name="Google Shape;467;p58"/>
              <p:cNvGrpSpPr/>
              <p:nvPr/>
            </p:nvGrpSpPr>
            <p:grpSpPr>
              <a:xfrm rot="10800000">
                <a:off x="2273907" y="2024002"/>
                <a:ext cx="587793" cy="509104"/>
                <a:chOff x="8022925" y="186250"/>
                <a:chExt cx="815700" cy="706500"/>
              </a:xfrm>
            </p:grpSpPr>
            <p:sp>
              <p:nvSpPr>
                <p:cNvPr id="468" name="Google Shape;468;p58"/>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69" name="Google Shape;469;p58"/>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470" name="Google Shape;470;p58"/>
              <p:cNvSpPr/>
              <p:nvPr/>
            </p:nvSpPr>
            <p:spPr>
              <a:xfrm rot="10800000">
                <a:off x="2349928" y="24789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471" name="Google Shape;471;p58"/>
              <p:cNvCxnSpPr>
                <a:stCxn id="468" idx="3"/>
              </p:cNvCxnSpPr>
              <p:nvPr/>
            </p:nvCxnSpPr>
            <p:spPr>
              <a:xfrm>
                <a:off x="2861700" y="2278554"/>
                <a:ext cx="403200" cy="0"/>
              </a:xfrm>
              <a:prstGeom prst="straightConnector1">
                <a:avLst/>
              </a:prstGeom>
              <a:noFill/>
              <a:ln cap="flat" cmpd="sng" w="9525">
                <a:solidFill>
                  <a:schemeClr val="dk2"/>
                </a:solidFill>
                <a:prstDash val="solid"/>
                <a:round/>
                <a:headEnd len="sm" w="sm" type="none"/>
                <a:tailEnd len="sm" w="sm" type="none"/>
              </a:ln>
            </p:spPr>
          </p:cxnSp>
          <p:cxnSp>
            <p:nvCxnSpPr>
              <p:cNvPr id="472" name="Google Shape;472;p58"/>
              <p:cNvCxnSpPr>
                <a:stCxn id="468" idx="1"/>
              </p:cNvCxnSpPr>
              <p:nvPr/>
            </p:nvCxnSpPr>
            <p:spPr>
              <a:xfrm rot="10800000">
                <a:off x="2174983" y="1632202"/>
                <a:ext cx="226200" cy="391800"/>
              </a:xfrm>
              <a:prstGeom prst="straightConnector1">
                <a:avLst/>
              </a:prstGeom>
              <a:noFill/>
              <a:ln cap="flat" cmpd="sng" w="9525">
                <a:solidFill>
                  <a:schemeClr val="dk2"/>
                </a:solidFill>
                <a:prstDash val="solid"/>
                <a:round/>
                <a:headEnd len="sm" w="sm" type="none"/>
                <a:tailEnd len="sm" w="sm" type="none"/>
              </a:ln>
            </p:spPr>
          </p:cxnSp>
          <p:sp>
            <p:nvSpPr>
              <p:cNvPr id="473" name="Google Shape;473;p58"/>
              <p:cNvSpPr/>
              <p:nvPr/>
            </p:nvSpPr>
            <p:spPr>
              <a:xfrm rot="10800000">
                <a:off x="2136440" y="15920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474" name="Google Shape;474;p58"/>
            <p:cNvGrpSpPr/>
            <p:nvPr/>
          </p:nvGrpSpPr>
          <p:grpSpPr>
            <a:xfrm>
              <a:off x="178840" y="129827"/>
              <a:ext cx="1845335" cy="1351673"/>
              <a:chOff x="1557290" y="2633002"/>
              <a:chExt cx="1845335" cy="1351673"/>
            </a:xfrm>
          </p:grpSpPr>
          <p:grpSp>
            <p:nvGrpSpPr>
              <p:cNvPr id="475" name="Google Shape;475;p58"/>
              <p:cNvGrpSpPr/>
              <p:nvPr/>
            </p:nvGrpSpPr>
            <p:grpSpPr>
              <a:xfrm rot="10800000">
                <a:off x="1673693" y="2677134"/>
                <a:ext cx="917499" cy="794671"/>
                <a:chOff x="8022925" y="186250"/>
                <a:chExt cx="815700" cy="706500"/>
              </a:xfrm>
            </p:grpSpPr>
            <p:sp>
              <p:nvSpPr>
                <p:cNvPr id="476" name="Google Shape;476;p58"/>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77" name="Google Shape;477;p58"/>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478" name="Google Shape;478;p58"/>
              <p:cNvGrpSpPr/>
              <p:nvPr/>
            </p:nvGrpSpPr>
            <p:grpSpPr>
              <a:xfrm rot="10800000">
                <a:off x="2814832" y="2633002"/>
                <a:ext cx="587793" cy="509104"/>
                <a:chOff x="8022925" y="186250"/>
                <a:chExt cx="815700" cy="706500"/>
              </a:xfrm>
            </p:grpSpPr>
            <p:sp>
              <p:nvSpPr>
                <p:cNvPr id="479" name="Google Shape;479;p58"/>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80" name="Google Shape;480;p58"/>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481" name="Google Shape;481;p58"/>
              <p:cNvCxnSpPr>
                <a:stCxn id="479" idx="0"/>
              </p:cNvCxnSpPr>
              <p:nvPr/>
            </p:nvCxnSpPr>
            <p:spPr>
              <a:xfrm rot="10800000">
                <a:off x="2660332" y="2887554"/>
                <a:ext cx="154500" cy="0"/>
              </a:xfrm>
              <a:prstGeom prst="straightConnector1">
                <a:avLst/>
              </a:prstGeom>
              <a:noFill/>
              <a:ln cap="flat" cmpd="sng" w="9525">
                <a:solidFill>
                  <a:schemeClr val="dk2"/>
                </a:solidFill>
                <a:prstDash val="solid"/>
                <a:round/>
                <a:headEnd len="sm" w="sm" type="none"/>
                <a:tailEnd len="sm" w="sm" type="none"/>
              </a:ln>
            </p:spPr>
          </p:cxnSp>
          <p:cxnSp>
            <p:nvCxnSpPr>
              <p:cNvPr id="482" name="Google Shape;482;p58"/>
              <p:cNvCxnSpPr>
                <a:stCxn id="476" idx="3"/>
              </p:cNvCxnSpPr>
              <p:nvPr/>
            </p:nvCxnSpPr>
            <p:spPr>
              <a:xfrm flipH="1" rot="10800000">
                <a:off x="2591192" y="2886970"/>
                <a:ext cx="73200" cy="187500"/>
              </a:xfrm>
              <a:prstGeom prst="straightConnector1">
                <a:avLst/>
              </a:prstGeom>
              <a:noFill/>
              <a:ln cap="flat" cmpd="sng" w="9525">
                <a:solidFill>
                  <a:schemeClr val="dk2"/>
                </a:solidFill>
                <a:prstDash val="solid"/>
                <a:round/>
                <a:headEnd len="sm" w="sm" type="none"/>
                <a:tailEnd len="sm" w="sm" type="none"/>
              </a:ln>
            </p:spPr>
          </p:cxnSp>
          <p:cxnSp>
            <p:nvCxnSpPr>
              <p:cNvPr id="483" name="Google Shape;483;p58"/>
              <p:cNvCxnSpPr>
                <a:stCxn id="476" idx="5"/>
              </p:cNvCxnSpPr>
              <p:nvPr/>
            </p:nvCxnSpPr>
            <p:spPr>
              <a:xfrm flipH="1">
                <a:off x="1596661" y="3471805"/>
                <a:ext cx="275700" cy="477600"/>
              </a:xfrm>
              <a:prstGeom prst="straightConnector1">
                <a:avLst/>
              </a:prstGeom>
              <a:noFill/>
              <a:ln cap="flat" cmpd="sng" w="9525">
                <a:solidFill>
                  <a:schemeClr val="dk2"/>
                </a:solidFill>
                <a:prstDash val="solid"/>
                <a:round/>
                <a:headEnd len="sm" w="sm" type="none"/>
                <a:tailEnd len="sm" w="sm" type="none"/>
              </a:ln>
            </p:spPr>
          </p:cxnSp>
          <p:sp>
            <p:nvSpPr>
              <p:cNvPr id="484" name="Google Shape;484;p58"/>
              <p:cNvSpPr/>
              <p:nvPr/>
            </p:nvSpPr>
            <p:spPr>
              <a:xfrm rot="10800000">
                <a:off x="1557290" y="39060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485" name="Google Shape;485;p58"/>
            <p:cNvGrpSpPr/>
            <p:nvPr/>
          </p:nvGrpSpPr>
          <p:grpSpPr>
            <a:xfrm>
              <a:off x="121725" y="3806450"/>
              <a:ext cx="1835863" cy="1235149"/>
              <a:chOff x="8352175" y="268675"/>
              <a:chExt cx="1835863" cy="1235149"/>
            </a:xfrm>
          </p:grpSpPr>
          <p:grpSp>
            <p:nvGrpSpPr>
              <p:cNvPr id="486" name="Google Shape;486;p58"/>
              <p:cNvGrpSpPr/>
              <p:nvPr/>
            </p:nvGrpSpPr>
            <p:grpSpPr>
              <a:xfrm>
                <a:off x="9314994" y="616216"/>
                <a:ext cx="873044" cy="756167"/>
                <a:chOff x="8022925" y="186250"/>
                <a:chExt cx="815700" cy="706500"/>
              </a:xfrm>
            </p:grpSpPr>
            <p:sp>
              <p:nvSpPr>
                <p:cNvPr id="487" name="Google Shape;487;p58"/>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88" name="Google Shape;488;p58"/>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89" name="Google Shape;489;p58"/>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490" name="Google Shape;490;p58"/>
              <p:cNvSpPr/>
              <p:nvPr/>
            </p:nvSpPr>
            <p:spPr>
              <a:xfrm>
                <a:off x="8942351" y="1107824"/>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91" name="Google Shape;491;p58"/>
              <p:cNvSpPr/>
              <p:nvPr/>
            </p:nvSpPr>
            <p:spPr>
              <a:xfrm>
                <a:off x="9118688" y="5905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492" name="Google Shape;492;p58"/>
              <p:cNvGrpSpPr/>
              <p:nvPr/>
            </p:nvGrpSpPr>
            <p:grpSpPr>
              <a:xfrm>
                <a:off x="8408775" y="304300"/>
                <a:ext cx="906219" cy="722350"/>
                <a:chOff x="6860600" y="2285500"/>
                <a:chExt cx="906219" cy="722350"/>
              </a:xfrm>
            </p:grpSpPr>
            <p:cxnSp>
              <p:nvCxnSpPr>
                <p:cNvPr id="493" name="Google Shape;493;p58"/>
                <p:cNvCxnSpPr>
                  <a:stCxn id="487"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494" name="Google Shape;494;p58"/>
                <p:cNvGrpSpPr/>
                <p:nvPr/>
              </p:nvGrpSpPr>
              <p:grpSpPr>
                <a:xfrm>
                  <a:off x="6860600" y="2285500"/>
                  <a:ext cx="755625" cy="690000"/>
                  <a:chOff x="6860600" y="2285500"/>
                  <a:chExt cx="755625" cy="690000"/>
                </a:xfrm>
              </p:grpSpPr>
              <p:cxnSp>
                <p:nvCxnSpPr>
                  <p:cNvPr id="495" name="Google Shape;495;p58"/>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496" name="Google Shape;496;p58"/>
                  <p:cNvCxnSpPr/>
                  <p:nvPr/>
                </p:nvCxnSpPr>
                <p:spPr>
                  <a:xfrm rot="10800000">
                    <a:off x="6860600" y="2289200"/>
                    <a:ext cx="405900" cy="0"/>
                  </a:xfrm>
                  <a:prstGeom prst="straightConnector1">
                    <a:avLst/>
                  </a:prstGeom>
                  <a:noFill/>
                  <a:ln cap="flat" cmpd="sng" w="9525">
                    <a:solidFill>
                      <a:schemeClr val="dk2"/>
                    </a:solidFill>
                    <a:prstDash val="solid"/>
                    <a:round/>
                    <a:headEnd len="sm" w="sm" type="none"/>
                    <a:tailEnd len="sm" w="sm" type="none"/>
                  </a:ln>
                </p:spPr>
              </p:cxnSp>
            </p:grpSp>
            <p:sp>
              <p:nvSpPr>
                <p:cNvPr id="497" name="Google Shape;497;p58"/>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498" name="Google Shape;498;p58"/>
              <p:cNvSpPr/>
              <p:nvPr/>
            </p:nvSpPr>
            <p:spPr>
              <a:xfrm>
                <a:off x="8352175" y="2686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499" name="Google Shape;499;p58"/>
              <p:cNvSpPr/>
              <p:nvPr/>
            </p:nvSpPr>
            <p:spPr>
              <a:xfrm>
                <a:off x="8504977" y="4267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500" name="Google Shape;500;p58"/>
            <p:cNvGrpSpPr/>
            <p:nvPr/>
          </p:nvGrpSpPr>
          <p:grpSpPr>
            <a:xfrm>
              <a:off x="8666846" y="3218679"/>
              <a:ext cx="1245819" cy="1079037"/>
              <a:chOff x="8022925" y="186250"/>
              <a:chExt cx="815700" cy="706500"/>
            </a:xfrm>
          </p:grpSpPr>
          <p:sp>
            <p:nvSpPr>
              <p:cNvPr id="501" name="Google Shape;501;p58"/>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02" name="Google Shape;502;p58"/>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03" name="Google Shape;503;p58"/>
              <p:cNvSpPr/>
              <p:nvPr/>
            </p:nvSpPr>
            <p:spPr>
              <a:xfrm>
                <a:off x="8194799" y="335187"/>
                <a:ext cx="471900" cy="4086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4" name="Shape 504"/>
        <p:cNvGrpSpPr/>
        <p:nvPr/>
      </p:nvGrpSpPr>
      <p:grpSpPr>
        <a:xfrm>
          <a:off x="0" y="0"/>
          <a:ext cx="0" cy="0"/>
          <a:chOff x="0" y="0"/>
          <a:chExt cx="0" cy="0"/>
        </a:xfrm>
      </p:grpSpPr>
      <p:sp>
        <p:nvSpPr>
          <p:cNvPr id="505" name="Google Shape;505;p59"/>
          <p:cNvSpPr/>
          <p:nvPr>
            <p:ph idx="2" type="pic"/>
          </p:nvPr>
        </p:nvSpPr>
        <p:spPr>
          <a:xfrm>
            <a:off x="-25" y="0"/>
            <a:ext cx="9144000" cy="5143500"/>
          </a:xfrm>
          <a:prstGeom prst="rect">
            <a:avLst/>
          </a:prstGeom>
          <a:noFill/>
          <a:ln>
            <a:noFill/>
          </a:ln>
        </p:spPr>
      </p:sp>
      <p:sp>
        <p:nvSpPr>
          <p:cNvPr id="506" name="Google Shape;506;p59"/>
          <p:cNvSpPr txBox="1"/>
          <p:nvPr>
            <p:ph type="title"/>
          </p:nvPr>
        </p:nvSpPr>
        <p:spPr>
          <a:xfrm>
            <a:off x="720000" y="3464675"/>
            <a:ext cx="3635400" cy="1143900"/>
          </a:xfrm>
          <a:prstGeom prst="rect">
            <a:avLst/>
          </a:prstGeom>
          <a:solidFill>
            <a:schemeClr val="lt1"/>
          </a:solid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07" name="Shape 507"/>
        <p:cNvGrpSpPr/>
        <p:nvPr/>
      </p:nvGrpSpPr>
      <p:grpSpPr>
        <a:xfrm>
          <a:off x="0" y="0"/>
          <a:ext cx="0" cy="0"/>
          <a:chOff x="0" y="0"/>
          <a:chExt cx="0" cy="0"/>
        </a:xfrm>
      </p:grpSpPr>
      <p:sp>
        <p:nvSpPr>
          <p:cNvPr id="508" name="Google Shape;508;p60"/>
          <p:cNvSpPr txBox="1"/>
          <p:nvPr>
            <p:ph type="title"/>
          </p:nvPr>
        </p:nvSpPr>
        <p:spPr>
          <a:xfrm>
            <a:off x="4757275" y="1534500"/>
            <a:ext cx="3673200" cy="1533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52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09" name="Google Shape;509;p60"/>
          <p:cNvSpPr/>
          <p:nvPr>
            <p:ph idx="2" type="pic"/>
          </p:nvPr>
        </p:nvSpPr>
        <p:spPr>
          <a:xfrm>
            <a:off x="713225" y="785250"/>
            <a:ext cx="3858600" cy="3573000"/>
          </a:xfrm>
          <a:prstGeom prst="rect">
            <a:avLst/>
          </a:prstGeom>
          <a:noFill/>
          <a:ln cap="flat" cmpd="sng" w="9525">
            <a:solidFill>
              <a:schemeClr val="dk2"/>
            </a:solidFill>
            <a:prstDash val="solid"/>
            <a:round/>
            <a:headEnd len="sm" w="sm" type="none"/>
            <a:tailEnd len="sm" w="sm" type="none"/>
          </a:ln>
        </p:spPr>
      </p:sp>
      <p:grpSp>
        <p:nvGrpSpPr>
          <p:cNvPr id="510" name="Google Shape;510;p60"/>
          <p:cNvGrpSpPr/>
          <p:nvPr/>
        </p:nvGrpSpPr>
        <p:grpSpPr>
          <a:xfrm>
            <a:off x="3451828" y="-849674"/>
            <a:ext cx="6322034" cy="6821397"/>
            <a:chOff x="3451828" y="-849674"/>
            <a:chExt cx="6322034" cy="6821397"/>
          </a:xfrm>
        </p:grpSpPr>
        <p:grpSp>
          <p:nvGrpSpPr>
            <p:cNvPr id="511" name="Google Shape;511;p60"/>
            <p:cNvGrpSpPr/>
            <p:nvPr/>
          </p:nvGrpSpPr>
          <p:grpSpPr>
            <a:xfrm rot="10800000">
              <a:off x="6356058" y="3526975"/>
              <a:ext cx="3417804" cy="2444748"/>
              <a:chOff x="5222059" y="1707050"/>
              <a:chExt cx="3417804" cy="2444748"/>
            </a:xfrm>
          </p:grpSpPr>
          <p:grpSp>
            <p:nvGrpSpPr>
              <p:cNvPr id="512" name="Google Shape;512;p60"/>
              <p:cNvGrpSpPr/>
              <p:nvPr/>
            </p:nvGrpSpPr>
            <p:grpSpPr>
              <a:xfrm>
                <a:off x="6230684" y="2436004"/>
                <a:ext cx="1245819" cy="1079037"/>
                <a:chOff x="8022925" y="186250"/>
                <a:chExt cx="815700" cy="706500"/>
              </a:xfrm>
            </p:grpSpPr>
            <p:sp>
              <p:nvSpPr>
                <p:cNvPr id="513" name="Google Shape;513;p6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14" name="Google Shape;514;p60"/>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15" name="Google Shape;515;p60"/>
                <p:cNvSpPr/>
                <p:nvPr/>
              </p:nvSpPr>
              <p:spPr>
                <a:xfrm>
                  <a:off x="8240438" y="374705"/>
                  <a:ext cx="380700" cy="3297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516" name="Google Shape;516;p60"/>
              <p:cNvGrpSpPr/>
              <p:nvPr/>
            </p:nvGrpSpPr>
            <p:grpSpPr>
              <a:xfrm>
                <a:off x="5222059" y="3089020"/>
                <a:ext cx="1008613" cy="873587"/>
                <a:chOff x="8022925" y="186250"/>
                <a:chExt cx="815700" cy="706500"/>
              </a:xfrm>
            </p:grpSpPr>
            <p:sp>
              <p:nvSpPr>
                <p:cNvPr id="517" name="Google Shape;517;p60"/>
                <p:cNvSpPr/>
                <p:nvPr/>
              </p:nvSpPr>
              <p:spPr>
                <a:xfrm>
                  <a:off x="8022925" y="186250"/>
                  <a:ext cx="815700" cy="706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18" name="Google Shape;518;p60"/>
                <p:cNvSpPr/>
                <p:nvPr/>
              </p:nvSpPr>
              <p:spPr>
                <a:xfrm>
                  <a:off x="8066182" y="223764"/>
                  <a:ext cx="729300" cy="631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519" name="Google Shape;519;p60"/>
              <p:cNvGrpSpPr/>
              <p:nvPr/>
            </p:nvGrpSpPr>
            <p:grpSpPr>
              <a:xfrm>
                <a:off x="6286990" y="3642694"/>
                <a:ext cx="587793" cy="509104"/>
                <a:chOff x="8022925" y="186250"/>
                <a:chExt cx="815700" cy="706500"/>
              </a:xfrm>
            </p:grpSpPr>
            <p:sp>
              <p:nvSpPr>
                <p:cNvPr id="520" name="Google Shape;520;p6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21" name="Google Shape;521;p60"/>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522" name="Google Shape;522;p60"/>
              <p:cNvSpPr/>
              <p:nvPr/>
            </p:nvSpPr>
            <p:spPr>
              <a:xfrm>
                <a:off x="6178600" y="29244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523" name="Google Shape;523;p60"/>
              <p:cNvGrpSpPr/>
              <p:nvPr/>
            </p:nvGrpSpPr>
            <p:grpSpPr>
              <a:xfrm>
                <a:off x="7766819" y="2597416"/>
                <a:ext cx="873044" cy="756167"/>
                <a:chOff x="8022925" y="186250"/>
                <a:chExt cx="815700" cy="706500"/>
              </a:xfrm>
            </p:grpSpPr>
            <p:sp>
              <p:nvSpPr>
                <p:cNvPr id="524" name="Google Shape;524;p60"/>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25" name="Google Shape;525;p60"/>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26" name="Google Shape;526;p60"/>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527" name="Google Shape;527;p60"/>
              <p:cNvSpPr/>
              <p:nvPr/>
            </p:nvSpPr>
            <p:spPr>
              <a:xfrm>
                <a:off x="7394176" y="3089024"/>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28" name="Google Shape;528;p60"/>
              <p:cNvSpPr/>
              <p:nvPr/>
            </p:nvSpPr>
            <p:spPr>
              <a:xfrm>
                <a:off x="7640363" y="275957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29" name="Google Shape;529;p60"/>
              <p:cNvSpPr/>
              <p:nvPr/>
            </p:nvSpPr>
            <p:spPr>
              <a:xfrm>
                <a:off x="7044827" y="364270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530" name="Google Shape;530;p60"/>
              <p:cNvGrpSpPr/>
              <p:nvPr/>
            </p:nvGrpSpPr>
            <p:grpSpPr>
              <a:xfrm>
                <a:off x="6012275" y="1707050"/>
                <a:ext cx="1754544" cy="1381970"/>
                <a:chOff x="6012275" y="1707050"/>
                <a:chExt cx="1754544" cy="1381970"/>
              </a:xfrm>
            </p:grpSpPr>
            <p:grpSp>
              <p:nvGrpSpPr>
                <p:cNvPr id="531" name="Google Shape;531;p60"/>
                <p:cNvGrpSpPr/>
                <p:nvPr/>
              </p:nvGrpSpPr>
              <p:grpSpPr>
                <a:xfrm>
                  <a:off x="6012275" y="2285500"/>
                  <a:ext cx="1754544" cy="803520"/>
                  <a:chOff x="6012275" y="2285500"/>
                  <a:chExt cx="1754544" cy="803520"/>
                </a:xfrm>
              </p:grpSpPr>
              <p:cxnSp>
                <p:nvCxnSpPr>
                  <p:cNvPr id="532" name="Google Shape;532;p60"/>
                  <p:cNvCxnSpPr>
                    <a:stCxn id="524"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533" name="Google Shape;533;p60"/>
                  <p:cNvGrpSpPr/>
                  <p:nvPr/>
                </p:nvGrpSpPr>
                <p:grpSpPr>
                  <a:xfrm>
                    <a:off x="6012275" y="2285500"/>
                    <a:ext cx="1603950" cy="803520"/>
                    <a:chOff x="6012275" y="2285500"/>
                    <a:chExt cx="1603950" cy="803520"/>
                  </a:xfrm>
                </p:grpSpPr>
                <p:cxnSp>
                  <p:nvCxnSpPr>
                    <p:cNvPr id="534" name="Google Shape;534;p60"/>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535" name="Google Shape;535;p60"/>
                    <p:cNvCxnSpPr/>
                    <p:nvPr/>
                  </p:nvCxnSpPr>
                  <p:spPr>
                    <a:xfrm rot="10800000">
                      <a:off x="6405500" y="2289200"/>
                      <a:ext cx="861000" cy="0"/>
                    </a:xfrm>
                    <a:prstGeom prst="straightConnector1">
                      <a:avLst/>
                    </a:prstGeom>
                    <a:noFill/>
                    <a:ln cap="flat" cmpd="sng" w="9525">
                      <a:solidFill>
                        <a:schemeClr val="dk2"/>
                      </a:solidFill>
                      <a:prstDash val="solid"/>
                      <a:round/>
                      <a:headEnd len="sm" w="sm" type="none"/>
                      <a:tailEnd len="sm" w="sm" type="none"/>
                    </a:ln>
                  </p:spPr>
                </p:cxnSp>
                <p:cxnSp>
                  <p:nvCxnSpPr>
                    <p:cNvPr id="536" name="Google Shape;536;p60"/>
                    <p:cNvCxnSpPr>
                      <a:stCxn id="517" idx="5"/>
                    </p:cNvCxnSpPr>
                    <p:nvPr/>
                  </p:nvCxnSpPr>
                  <p:spPr>
                    <a:xfrm flipH="1" rot="10800000">
                      <a:off x="6012275" y="2285620"/>
                      <a:ext cx="395400" cy="803400"/>
                    </a:xfrm>
                    <a:prstGeom prst="straightConnector1">
                      <a:avLst/>
                    </a:prstGeom>
                    <a:noFill/>
                    <a:ln cap="flat" cmpd="sng" w="9525">
                      <a:solidFill>
                        <a:schemeClr val="dk2"/>
                      </a:solidFill>
                      <a:prstDash val="solid"/>
                      <a:round/>
                      <a:headEnd len="sm" w="sm" type="none"/>
                      <a:tailEnd len="sm" w="sm" type="none"/>
                    </a:ln>
                  </p:spPr>
                </p:cxnSp>
              </p:grpSp>
              <p:sp>
                <p:nvSpPr>
                  <p:cNvPr id="537" name="Google Shape;537;p60"/>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538" name="Google Shape;538;p60"/>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539" name="Google Shape;539;p60"/>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540" name="Google Shape;540;p60"/>
              <p:cNvSpPr/>
              <p:nvPr/>
            </p:nvSpPr>
            <p:spPr>
              <a:xfrm>
                <a:off x="5975025" y="3049300"/>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541" name="Google Shape;541;p60"/>
            <p:cNvGrpSpPr/>
            <p:nvPr/>
          </p:nvGrpSpPr>
          <p:grpSpPr>
            <a:xfrm>
              <a:off x="3451828" y="-849674"/>
              <a:ext cx="2615301" cy="2109839"/>
              <a:chOff x="4428309" y="-851325"/>
              <a:chExt cx="2965866" cy="2392650"/>
            </a:xfrm>
          </p:grpSpPr>
          <p:grpSp>
            <p:nvGrpSpPr>
              <p:cNvPr id="542" name="Google Shape;542;p60"/>
              <p:cNvGrpSpPr/>
              <p:nvPr/>
            </p:nvGrpSpPr>
            <p:grpSpPr>
              <a:xfrm>
                <a:off x="4428309" y="-723871"/>
                <a:ext cx="1245819" cy="1079037"/>
                <a:chOff x="8022925" y="186250"/>
                <a:chExt cx="815700" cy="706500"/>
              </a:xfrm>
            </p:grpSpPr>
            <p:sp>
              <p:nvSpPr>
                <p:cNvPr id="543" name="Google Shape;543;p6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44" name="Google Shape;544;p60"/>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45" name="Google Shape;545;p60"/>
                <p:cNvSpPr/>
                <p:nvPr/>
              </p:nvSpPr>
              <p:spPr>
                <a:xfrm>
                  <a:off x="8355664" y="474499"/>
                  <a:ext cx="150300" cy="1302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546" name="Google Shape;546;p60"/>
              <p:cNvGrpSpPr/>
              <p:nvPr/>
            </p:nvGrpSpPr>
            <p:grpSpPr>
              <a:xfrm>
                <a:off x="6360273" y="-338456"/>
                <a:ext cx="917499" cy="794671"/>
                <a:chOff x="8022925" y="186250"/>
                <a:chExt cx="815700" cy="706500"/>
              </a:xfrm>
            </p:grpSpPr>
            <p:sp>
              <p:nvSpPr>
                <p:cNvPr id="547" name="Google Shape;547;p60"/>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48" name="Google Shape;548;p60"/>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549" name="Google Shape;549;p60"/>
              <p:cNvGrpSpPr/>
              <p:nvPr/>
            </p:nvGrpSpPr>
            <p:grpSpPr>
              <a:xfrm>
                <a:off x="5548840" y="-8756"/>
                <a:ext cx="587793" cy="509104"/>
                <a:chOff x="8022925" y="186250"/>
                <a:chExt cx="815700" cy="706500"/>
              </a:xfrm>
            </p:grpSpPr>
            <p:sp>
              <p:nvSpPr>
                <p:cNvPr id="550" name="Google Shape;550;p6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51" name="Google Shape;551;p60"/>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552" name="Google Shape;552;p60"/>
              <p:cNvGrpSpPr/>
              <p:nvPr/>
            </p:nvGrpSpPr>
            <p:grpSpPr>
              <a:xfrm>
                <a:off x="6089765" y="600244"/>
                <a:ext cx="587793" cy="509104"/>
                <a:chOff x="8022925" y="186250"/>
                <a:chExt cx="815700" cy="706500"/>
              </a:xfrm>
            </p:grpSpPr>
            <p:sp>
              <p:nvSpPr>
                <p:cNvPr id="553" name="Google Shape;553;p6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54" name="Google Shape;554;p60"/>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555" name="Google Shape;555;p60"/>
              <p:cNvSpPr/>
              <p:nvPr/>
            </p:nvSpPr>
            <p:spPr>
              <a:xfrm>
                <a:off x="6499238" y="5521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56" name="Google Shape;556;p60"/>
              <p:cNvSpPr/>
              <p:nvPr/>
            </p:nvSpPr>
            <p:spPr>
              <a:xfrm>
                <a:off x="6053077" y="-723872"/>
                <a:ext cx="307200" cy="2661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557" name="Google Shape;557;p60"/>
              <p:cNvCxnSpPr>
                <a:stCxn id="543" idx="1"/>
              </p:cNvCxnSpPr>
              <p:nvPr/>
            </p:nvCxnSpPr>
            <p:spPr>
              <a:xfrm>
                <a:off x="5404369" y="355166"/>
                <a:ext cx="285600" cy="501600"/>
              </a:xfrm>
              <a:prstGeom prst="straightConnector1">
                <a:avLst/>
              </a:prstGeom>
              <a:noFill/>
              <a:ln cap="flat" cmpd="sng" w="9525">
                <a:solidFill>
                  <a:schemeClr val="dk2"/>
                </a:solidFill>
                <a:prstDash val="solid"/>
                <a:round/>
                <a:headEnd len="sm" w="sm" type="none"/>
                <a:tailEnd len="sm" w="sm" type="none"/>
              </a:ln>
            </p:spPr>
          </p:cxnSp>
          <p:cxnSp>
            <p:nvCxnSpPr>
              <p:cNvPr id="558" name="Google Shape;558;p60"/>
              <p:cNvCxnSpPr>
                <a:stCxn id="553" idx="3"/>
              </p:cNvCxnSpPr>
              <p:nvPr/>
            </p:nvCxnSpPr>
            <p:spPr>
              <a:xfrm rot="10800000">
                <a:off x="5686565" y="854796"/>
                <a:ext cx="403200" cy="0"/>
              </a:xfrm>
              <a:prstGeom prst="straightConnector1">
                <a:avLst/>
              </a:prstGeom>
              <a:noFill/>
              <a:ln cap="flat" cmpd="sng" w="9525">
                <a:solidFill>
                  <a:schemeClr val="dk2"/>
                </a:solidFill>
                <a:prstDash val="solid"/>
                <a:round/>
                <a:headEnd len="sm" w="sm" type="none"/>
                <a:tailEnd len="sm" w="sm" type="none"/>
              </a:ln>
            </p:spPr>
          </p:cxnSp>
          <p:cxnSp>
            <p:nvCxnSpPr>
              <p:cNvPr id="559" name="Google Shape;559;p60"/>
              <p:cNvCxnSpPr>
                <a:stCxn id="550" idx="0"/>
              </p:cNvCxnSpPr>
              <p:nvPr/>
            </p:nvCxnSpPr>
            <p:spPr>
              <a:xfrm>
                <a:off x="6136633" y="245796"/>
                <a:ext cx="154500" cy="0"/>
              </a:xfrm>
              <a:prstGeom prst="straightConnector1">
                <a:avLst/>
              </a:prstGeom>
              <a:noFill/>
              <a:ln cap="flat" cmpd="sng" w="9525">
                <a:solidFill>
                  <a:schemeClr val="dk2"/>
                </a:solidFill>
                <a:prstDash val="solid"/>
                <a:round/>
                <a:headEnd len="sm" w="sm" type="none"/>
                <a:tailEnd len="sm" w="sm" type="none"/>
              </a:ln>
            </p:spPr>
          </p:cxnSp>
          <p:cxnSp>
            <p:nvCxnSpPr>
              <p:cNvPr id="560" name="Google Shape;560;p60"/>
              <p:cNvCxnSpPr>
                <a:stCxn id="547" idx="3"/>
              </p:cNvCxnSpPr>
              <p:nvPr/>
            </p:nvCxnSpPr>
            <p:spPr>
              <a:xfrm flipH="1">
                <a:off x="6287073" y="58880"/>
                <a:ext cx="73200" cy="187500"/>
              </a:xfrm>
              <a:prstGeom prst="straightConnector1">
                <a:avLst/>
              </a:prstGeom>
              <a:noFill/>
              <a:ln cap="flat" cmpd="sng" w="9525">
                <a:solidFill>
                  <a:schemeClr val="dk2"/>
                </a:solidFill>
                <a:prstDash val="solid"/>
                <a:round/>
                <a:headEnd len="sm" w="sm" type="none"/>
                <a:tailEnd len="sm" w="sm" type="none"/>
              </a:ln>
            </p:spPr>
          </p:cxnSp>
          <p:cxnSp>
            <p:nvCxnSpPr>
              <p:cNvPr id="561" name="Google Shape;561;p60"/>
              <p:cNvCxnSpPr>
                <a:stCxn id="553" idx="1"/>
              </p:cNvCxnSpPr>
              <p:nvPr/>
            </p:nvCxnSpPr>
            <p:spPr>
              <a:xfrm>
                <a:off x="6550282" y="1109348"/>
                <a:ext cx="226200" cy="391800"/>
              </a:xfrm>
              <a:prstGeom prst="straightConnector1">
                <a:avLst/>
              </a:prstGeom>
              <a:noFill/>
              <a:ln cap="flat" cmpd="sng" w="9525">
                <a:solidFill>
                  <a:schemeClr val="dk2"/>
                </a:solidFill>
                <a:prstDash val="solid"/>
                <a:round/>
                <a:headEnd len="sm" w="sm" type="none"/>
                <a:tailEnd len="sm" w="sm" type="none"/>
              </a:ln>
            </p:spPr>
          </p:cxnSp>
          <p:sp>
            <p:nvSpPr>
              <p:cNvPr id="562" name="Google Shape;562;p60"/>
              <p:cNvSpPr/>
              <p:nvPr/>
            </p:nvSpPr>
            <p:spPr>
              <a:xfrm>
                <a:off x="6736425" y="14627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563" name="Google Shape;563;p60"/>
              <p:cNvCxnSpPr>
                <a:stCxn id="547" idx="5"/>
              </p:cNvCxnSpPr>
              <p:nvPr/>
            </p:nvCxnSpPr>
            <p:spPr>
              <a:xfrm flipH="1" rot="10800000">
                <a:off x="7079104" y="-816056"/>
                <a:ext cx="275700" cy="477600"/>
              </a:xfrm>
              <a:prstGeom prst="straightConnector1">
                <a:avLst/>
              </a:prstGeom>
              <a:noFill/>
              <a:ln cap="flat" cmpd="sng" w="9525">
                <a:solidFill>
                  <a:schemeClr val="dk2"/>
                </a:solidFill>
                <a:prstDash val="solid"/>
                <a:round/>
                <a:headEnd len="sm" w="sm" type="none"/>
                <a:tailEnd len="sm" w="sm" type="none"/>
              </a:ln>
            </p:spPr>
          </p:cxnSp>
          <p:sp>
            <p:nvSpPr>
              <p:cNvPr id="564" name="Google Shape;564;p60"/>
              <p:cNvSpPr/>
              <p:nvPr/>
            </p:nvSpPr>
            <p:spPr>
              <a:xfrm>
                <a:off x="7315575" y="-8513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65" name="Google Shape;565;p60"/>
              <p:cNvSpPr/>
              <p:nvPr/>
            </p:nvSpPr>
            <p:spPr>
              <a:xfrm>
                <a:off x="5097177" y="47292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6" name="Shape 566"/>
        <p:cNvGrpSpPr/>
        <p:nvPr/>
      </p:nvGrpSpPr>
      <p:grpSpPr>
        <a:xfrm>
          <a:off x="0" y="0"/>
          <a:ext cx="0" cy="0"/>
          <a:chOff x="0" y="0"/>
          <a:chExt cx="0" cy="0"/>
        </a:xfrm>
      </p:grpSpPr>
      <p:sp>
        <p:nvSpPr>
          <p:cNvPr id="567" name="Google Shape;567;p6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568" name="Google Shape;568;p61"/>
          <p:cNvGrpSpPr/>
          <p:nvPr/>
        </p:nvGrpSpPr>
        <p:grpSpPr>
          <a:xfrm flipH="1" rot="10800000">
            <a:off x="6114715" y="3341034"/>
            <a:ext cx="2968246" cy="2068730"/>
            <a:chOff x="6114715" y="-312689"/>
            <a:chExt cx="2968246" cy="2068730"/>
          </a:xfrm>
        </p:grpSpPr>
        <p:grpSp>
          <p:nvGrpSpPr>
            <p:cNvPr id="569" name="Google Shape;569;p61"/>
            <p:cNvGrpSpPr/>
            <p:nvPr/>
          </p:nvGrpSpPr>
          <p:grpSpPr>
            <a:xfrm>
              <a:off x="6114715" y="-312689"/>
              <a:ext cx="2923710" cy="1831430"/>
              <a:chOff x="6041340" y="-41164"/>
              <a:chExt cx="2923710" cy="1831430"/>
            </a:xfrm>
          </p:grpSpPr>
          <p:grpSp>
            <p:nvGrpSpPr>
              <p:cNvPr id="570" name="Google Shape;570;p61"/>
              <p:cNvGrpSpPr/>
              <p:nvPr/>
            </p:nvGrpSpPr>
            <p:grpSpPr>
              <a:xfrm>
                <a:off x="7832150" y="-41164"/>
                <a:ext cx="815700" cy="706500"/>
                <a:chOff x="8022925" y="186250"/>
                <a:chExt cx="815700" cy="706500"/>
              </a:xfrm>
            </p:grpSpPr>
            <p:sp>
              <p:nvSpPr>
                <p:cNvPr id="571" name="Google Shape;571;p61"/>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72" name="Google Shape;572;p61"/>
                <p:cNvSpPr/>
                <p:nvPr/>
              </p:nvSpPr>
              <p:spPr>
                <a:xfrm>
                  <a:off x="8104477" y="256921"/>
                  <a:ext cx="652800" cy="5652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73" name="Google Shape;573;p61"/>
                <p:cNvSpPr/>
                <p:nvPr/>
              </p:nvSpPr>
              <p:spPr>
                <a:xfrm>
                  <a:off x="8240438" y="374705"/>
                  <a:ext cx="380700" cy="3297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574" name="Google Shape;574;p61"/>
              <p:cNvGrpSpPr/>
              <p:nvPr/>
            </p:nvGrpSpPr>
            <p:grpSpPr>
              <a:xfrm>
                <a:off x="7116830" y="85652"/>
                <a:ext cx="522864" cy="452867"/>
                <a:chOff x="8022925" y="186250"/>
                <a:chExt cx="815700" cy="706500"/>
              </a:xfrm>
            </p:grpSpPr>
            <p:sp>
              <p:nvSpPr>
                <p:cNvPr id="575" name="Google Shape;575;p61"/>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76" name="Google Shape;576;p61"/>
                <p:cNvSpPr/>
                <p:nvPr/>
              </p:nvSpPr>
              <p:spPr>
                <a:xfrm>
                  <a:off x="8159419" y="304478"/>
                  <a:ext cx="543000" cy="4701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77" name="Google Shape;577;p61"/>
                <p:cNvSpPr/>
                <p:nvPr/>
              </p:nvSpPr>
              <p:spPr>
                <a:xfrm>
                  <a:off x="8240438" y="374705"/>
                  <a:ext cx="380700" cy="329700"/>
                </a:xfrm>
                <a:prstGeom prst="hexagon">
                  <a:avLst>
                    <a:gd fmla="val 25000" name="adj"/>
                    <a:gd fmla="val 115470" name="vf"/>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578" name="Google Shape;578;p61"/>
              <p:cNvCxnSpPr>
                <a:stCxn id="575" idx="0"/>
                <a:endCxn id="571" idx="3"/>
              </p:cNvCxnSpPr>
              <p:nvPr/>
            </p:nvCxnSpPr>
            <p:spPr>
              <a:xfrm>
                <a:off x="7639694" y="312086"/>
                <a:ext cx="192600" cy="0"/>
              </a:xfrm>
              <a:prstGeom prst="straightConnector1">
                <a:avLst/>
              </a:prstGeom>
              <a:noFill/>
              <a:ln cap="flat" cmpd="sng" w="9525">
                <a:solidFill>
                  <a:schemeClr val="dk2"/>
                </a:solidFill>
                <a:prstDash val="solid"/>
                <a:round/>
                <a:headEnd len="sm" w="sm" type="none"/>
                <a:tailEnd len="sm" w="sm" type="none"/>
              </a:ln>
            </p:spPr>
          </p:cxnSp>
          <p:grpSp>
            <p:nvGrpSpPr>
              <p:cNvPr id="579" name="Google Shape;579;p61"/>
              <p:cNvGrpSpPr/>
              <p:nvPr/>
            </p:nvGrpSpPr>
            <p:grpSpPr>
              <a:xfrm>
                <a:off x="6041340" y="189494"/>
                <a:ext cx="549374" cy="475828"/>
                <a:chOff x="8022925" y="93007"/>
                <a:chExt cx="815700" cy="706500"/>
              </a:xfrm>
            </p:grpSpPr>
            <p:sp>
              <p:nvSpPr>
                <p:cNvPr id="580" name="Google Shape;580;p61"/>
                <p:cNvSpPr/>
                <p:nvPr/>
              </p:nvSpPr>
              <p:spPr>
                <a:xfrm>
                  <a:off x="8022925" y="93007"/>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81" name="Google Shape;581;p61"/>
                <p:cNvSpPr/>
                <p:nvPr/>
              </p:nvSpPr>
              <p:spPr>
                <a:xfrm>
                  <a:off x="8156075" y="208356"/>
                  <a:ext cx="549600" cy="4758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582" name="Google Shape;582;p61"/>
              <p:cNvCxnSpPr>
                <a:stCxn id="575" idx="3"/>
                <a:endCxn id="580" idx="0"/>
              </p:cNvCxnSpPr>
              <p:nvPr/>
            </p:nvCxnSpPr>
            <p:spPr>
              <a:xfrm flipH="1">
                <a:off x="6590630" y="312086"/>
                <a:ext cx="526200" cy="115200"/>
              </a:xfrm>
              <a:prstGeom prst="straightConnector1">
                <a:avLst/>
              </a:prstGeom>
              <a:noFill/>
              <a:ln cap="flat" cmpd="sng" w="9525">
                <a:solidFill>
                  <a:schemeClr val="dk2"/>
                </a:solidFill>
                <a:prstDash val="solid"/>
                <a:round/>
                <a:headEnd len="sm" w="sm" type="none"/>
                <a:tailEnd len="sm" w="sm" type="none"/>
              </a:ln>
            </p:spPr>
          </p:cxnSp>
          <p:grpSp>
            <p:nvGrpSpPr>
              <p:cNvPr id="583" name="Google Shape;583;p61"/>
              <p:cNvGrpSpPr/>
              <p:nvPr/>
            </p:nvGrpSpPr>
            <p:grpSpPr>
              <a:xfrm>
                <a:off x="8471225" y="665336"/>
                <a:ext cx="436661" cy="1124930"/>
                <a:chOff x="8471225" y="665336"/>
                <a:chExt cx="436661" cy="1124930"/>
              </a:xfrm>
            </p:grpSpPr>
            <p:cxnSp>
              <p:nvCxnSpPr>
                <p:cNvPr id="584" name="Google Shape;584;p61"/>
                <p:cNvCxnSpPr>
                  <a:stCxn id="571" idx="1"/>
                </p:cNvCxnSpPr>
                <p:nvPr/>
              </p:nvCxnSpPr>
              <p:spPr>
                <a:xfrm>
                  <a:off x="8471225" y="665336"/>
                  <a:ext cx="436500" cy="384000"/>
                </a:xfrm>
                <a:prstGeom prst="straightConnector1">
                  <a:avLst/>
                </a:prstGeom>
                <a:noFill/>
                <a:ln cap="flat" cmpd="sng" w="9525">
                  <a:solidFill>
                    <a:schemeClr val="dk2"/>
                  </a:solidFill>
                  <a:prstDash val="solid"/>
                  <a:round/>
                  <a:headEnd len="sm" w="sm" type="none"/>
                  <a:tailEnd len="sm" w="sm" type="none"/>
                </a:ln>
              </p:spPr>
            </p:cxnSp>
            <p:cxnSp>
              <p:nvCxnSpPr>
                <p:cNvPr id="585" name="Google Shape;585;p61"/>
                <p:cNvCxnSpPr>
                  <a:endCxn id="586" idx="3"/>
                </p:cNvCxnSpPr>
                <p:nvPr/>
              </p:nvCxnSpPr>
              <p:spPr>
                <a:xfrm flipH="1">
                  <a:off x="8906986" y="1072366"/>
                  <a:ext cx="900" cy="717900"/>
                </a:xfrm>
                <a:prstGeom prst="straightConnector1">
                  <a:avLst/>
                </a:prstGeom>
                <a:noFill/>
                <a:ln cap="flat" cmpd="sng" w="9525">
                  <a:solidFill>
                    <a:schemeClr val="dk2"/>
                  </a:solidFill>
                  <a:prstDash val="solid"/>
                  <a:round/>
                  <a:headEnd len="sm" w="sm" type="none"/>
                  <a:tailEnd len="sm" w="sm" type="none"/>
                </a:ln>
              </p:spPr>
            </p:cxnSp>
          </p:grpSp>
          <p:sp>
            <p:nvSpPr>
              <p:cNvPr id="587" name="Google Shape;587;p61"/>
              <p:cNvSpPr/>
              <p:nvPr/>
            </p:nvSpPr>
            <p:spPr>
              <a:xfrm>
                <a:off x="8850450" y="990550"/>
                <a:ext cx="114600" cy="114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586" name="Google Shape;586;p61"/>
            <p:cNvSpPr/>
            <p:nvPr/>
          </p:nvSpPr>
          <p:spPr>
            <a:xfrm rot="5400000">
              <a:off x="8861711" y="1534791"/>
              <a:ext cx="237300" cy="2052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588" name="Google Shape;588;p61"/>
          <p:cNvGrpSpPr/>
          <p:nvPr/>
        </p:nvGrpSpPr>
        <p:grpSpPr>
          <a:xfrm flipH="1" rot="10800000">
            <a:off x="-278087" y="-479096"/>
            <a:ext cx="1835863" cy="1646533"/>
            <a:chOff x="8352175" y="-274150"/>
            <a:chExt cx="1835863" cy="1646533"/>
          </a:xfrm>
        </p:grpSpPr>
        <p:grpSp>
          <p:nvGrpSpPr>
            <p:cNvPr id="589" name="Google Shape;589;p61"/>
            <p:cNvGrpSpPr/>
            <p:nvPr/>
          </p:nvGrpSpPr>
          <p:grpSpPr>
            <a:xfrm>
              <a:off x="9314994" y="616216"/>
              <a:ext cx="873044" cy="756167"/>
              <a:chOff x="8022925" y="186250"/>
              <a:chExt cx="815700" cy="706500"/>
            </a:xfrm>
          </p:grpSpPr>
          <p:sp>
            <p:nvSpPr>
              <p:cNvPr id="590" name="Google Shape;590;p61"/>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91" name="Google Shape;591;p61"/>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92" name="Google Shape;592;p61"/>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593" name="Google Shape;593;p61"/>
            <p:cNvSpPr/>
            <p:nvPr/>
          </p:nvSpPr>
          <p:spPr>
            <a:xfrm>
              <a:off x="8383126" y="-206726"/>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594" name="Google Shape;594;p61"/>
            <p:cNvSpPr/>
            <p:nvPr/>
          </p:nvSpPr>
          <p:spPr>
            <a:xfrm>
              <a:off x="9118688" y="5905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595" name="Google Shape;595;p61"/>
            <p:cNvGrpSpPr/>
            <p:nvPr/>
          </p:nvGrpSpPr>
          <p:grpSpPr>
            <a:xfrm>
              <a:off x="8408775" y="-274150"/>
              <a:ext cx="906219" cy="1300800"/>
              <a:chOff x="6860600" y="1707050"/>
              <a:chExt cx="906219" cy="1300800"/>
            </a:xfrm>
          </p:grpSpPr>
          <p:grpSp>
            <p:nvGrpSpPr>
              <p:cNvPr id="596" name="Google Shape;596;p61"/>
              <p:cNvGrpSpPr/>
              <p:nvPr/>
            </p:nvGrpSpPr>
            <p:grpSpPr>
              <a:xfrm>
                <a:off x="6860600" y="2285500"/>
                <a:ext cx="906219" cy="722350"/>
                <a:chOff x="6860600" y="2285500"/>
                <a:chExt cx="906219" cy="722350"/>
              </a:xfrm>
            </p:grpSpPr>
            <p:cxnSp>
              <p:nvCxnSpPr>
                <p:cNvPr id="597" name="Google Shape;597;p61"/>
                <p:cNvCxnSpPr>
                  <a:stCxn id="590"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598" name="Google Shape;598;p61"/>
                <p:cNvGrpSpPr/>
                <p:nvPr/>
              </p:nvGrpSpPr>
              <p:grpSpPr>
                <a:xfrm>
                  <a:off x="6860600" y="2285500"/>
                  <a:ext cx="755625" cy="690000"/>
                  <a:chOff x="6860600" y="2285500"/>
                  <a:chExt cx="755625" cy="690000"/>
                </a:xfrm>
              </p:grpSpPr>
              <p:cxnSp>
                <p:nvCxnSpPr>
                  <p:cNvPr id="599" name="Google Shape;599;p61"/>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600" name="Google Shape;600;p61"/>
                  <p:cNvCxnSpPr/>
                  <p:nvPr/>
                </p:nvCxnSpPr>
                <p:spPr>
                  <a:xfrm rot="10800000">
                    <a:off x="6860600" y="2289200"/>
                    <a:ext cx="405900" cy="0"/>
                  </a:xfrm>
                  <a:prstGeom prst="straightConnector1">
                    <a:avLst/>
                  </a:prstGeom>
                  <a:noFill/>
                  <a:ln cap="flat" cmpd="sng" w="9525">
                    <a:solidFill>
                      <a:schemeClr val="dk2"/>
                    </a:solidFill>
                    <a:prstDash val="solid"/>
                    <a:round/>
                    <a:headEnd len="sm" w="sm" type="none"/>
                    <a:tailEnd len="sm" w="sm" type="none"/>
                  </a:ln>
                </p:spPr>
              </p:cxnSp>
            </p:grpSp>
            <p:sp>
              <p:nvSpPr>
                <p:cNvPr id="601" name="Google Shape;601;p61"/>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602" name="Google Shape;602;p61"/>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603" name="Google Shape;603;p61"/>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604" name="Google Shape;604;p61"/>
            <p:cNvSpPr/>
            <p:nvPr/>
          </p:nvSpPr>
          <p:spPr>
            <a:xfrm>
              <a:off x="8352175" y="2686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05" name="Google Shape;605;p61"/>
            <p:cNvSpPr/>
            <p:nvPr/>
          </p:nvSpPr>
          <p:spPr>
            <a:xfrm>
              <a:off x="8504977" y="4267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606" name="Shape 606"/>
        <p:cNvGrpSpPr/>
        <p:nvPr/>
      </p:nvGrpSpPr>
      <p:grpSpPr>
        <a:xfrm>
          <a:off x="0" y="0"/>
          <a:ext cx="0" cy="0"/>
          <a:chOff x="0" y="0"/>
          <a:chExt cx="0" cy="0"/>
        </a:xfrm>
      </p:grpSpPr>
      <p:sp>
        <p:nvSpPr>
          <p:cNvPr id="607" name="Google Shape;607;p6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08" name="Google Shape;608;p62"/>
          <p:cNvSpPr txBox="1"/>
          <p:nvPr>
            <p:ph idx="1" type="subTitle"/>
          </p:nvPr>
        </p:nvSpPr>
        <p:spPr>
          <a:xfrm>
            <a:off x="1294375" y="1655237"/>
            <a:ext cx="71364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09" name="Google Shape;609;p62"/>
          <p:cNvSpPr txBox="1"/>
          <p:nvPr>
            <p:ph idx="2" type="subTitle"/>
          </p:nvPr>
        </p:nvSpPr>
        <p:spPr>
          <a:xfrm>
            <a:off x="1294385" y="2798237"/>
            <a:ext cx="71364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10" name="Google Shape;610;p62"/>
          <p:cNvSpPr txBox="1"/>
          <p:nvPr>
            <p:ph idx="3" type="subTitle"/>
          </p:nvPr>
        </p:nvSpPr>
        <p:spPr>
          <a:xfrm>
            <a:off x="1294385" y="3941237"/>
            <a:ext cx="71364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11" name="Google Shape;611;p62"/>
          <p:cNvSpPr txBox="1"/>
          <p:nvPr>
            <p:ph idx="4" type="subTitle"/>
          </p:nvPr>
        </p:nvSpPr>
        <p:spPr>
          <a:xfrm>
            <a:off x="1294375" y="1375477"/>
            <a:ext cx="7136400" cy="427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600"/>
              <a:buFont typeface="Archivo"/>
              <a:buNone/>
              <a:defRPr b="1" sz="2000">
                <a:latin typeface="Archivo"/>
                <a:ea typeface="Archivo"/>
                <a:cs typeface="Archivo"/>
                <a:sym typeface="Archivo"/>
              </a:defRPr>
            </a:lvl1pPr>
            <a:lvl2pPr lvl="1" algn="l">
              <a:lnSpc>
                <a:spcPct val="115000"/>
              </a:lnSpc>
              <a:spcBef>
                <a:spcPts val="0"/>
              </a:spcBef>
              <a:spcAft>
                <a:spcPts val="0"/>
              </a:spcAft>
              <a:buSzPts val="2600"/>
              <a:buFont typeface="Archivo"/>
              <a:buNone/>
              <a:defRPr b="1" sz="2600">
                <a:latin typeface="Archivo"/>
                <a:ea typeface="Archivo"/>
                <a:cs typeface="Archivo"/>
                <a:sym typeface="Archivo"/>
              </a:defRPr>
            </a:lvl2pPr>
            <a:lvl3pPr lvl="2" algn="l">
              <a:lnSpc>
                <a:spcPct val="115000"/>
              </a:lnSpc>
              <a:spcBef>
                <a:spcPts val="0"/>
              </a:spcBef>
              <a:spcAft>
                <a:spcPts val="0"/>
              </a:spcAft>
              <a:buSzPts val="2600"/>
              <a:buFont typeface="Archivo"/>
              <a:buNone/>
              <a:defRPr b="1" sz="2600">
                <a:latin typeface="Archivo"/>
                <a:ea typeface="Archivo"/>
                <a:cs typeface="Archivo"/>
                <a:sym typeface="Archivo"/>
              </a:defRPr>
            </a:lvl3pPr>
            <a:lvl4pPr lvl="3" algn="l">
              <a:lnSpc>
                <a:spcPct val="115000"/>
              </a:lnSpc>
              <a:spcBef>
                <a:spcPts val="0"/>
              </a:spcBef>
              <a:spcAft>
                <a:spcPts val="0"/>
              </a:spcAft>
              <a:buSzPts val="2600"/>
              <a:buFont typeface="Archivo"/>
              <a:buNone/>
              <a:defRPr b="1" sz="2600">
                <a:latin typeface="Archivo"/>
                <a:ea typeface="Archivo"/>
                <a:cs typeface="Archivo"/>
                <a:sym typeface="Archivo"/>
              </a:defRPr>
            </a:lvl4pPr>
            <a:lvl5pPr lvl="4" algn="l">
              <a:lnSpc>
                <a:spcPct val="115000"/>
              </a:lnSpc>
              <a:spcBef>
                <a:spcPts val="0"/>
              </a:spcBef>
              <a:spcAft>
                <a:spcPts val="0"/>
              </a:spcAft>
              <a:buSzPts val="2600"/>
              <a:buFont typeface="Archivo"/>
              <a:buNone/>
              <a:defRPr b="1" sz="2600">
                <a:latin typeface="Archivo"/>
                <a:ea typeface="Archivo"/>
                <a:cs typeface="Archivo"/>
                <a:sym typeface="Archivo"/>
              </a:defRPr>
            </a:lvl5pPr>
            <a:lvl6pPr lvl="5" algn="l">
              <a:lnSpc>
                <a:spcPct val="115000"/>
              </a:lnSpc>
              <a:spcBef>
                <a:spcPts val="0"/>
              </a:spcBef>
              <a:spcAft>
                <a:spcPts val="0"/>
              </a:spcAft>
              <a:buSzPts val="2600"/>
              <a:buFont typeface="Archivo"/>
              <a:buNone/>
              <a:defRPr b="1" sz="2600">
                <a:latin typeface="Archivo"/>
                <a:ea typeface="Archivo"/>
                <a:cs typeface="Archivo"/>
                <a:sym typeface="Archivo"/>
              </a:defRPr>
            </a:lvl6pPr>
            <a:lvl7pPr lvl="6" algn="l">
              <a:lnSpc>
                <a:spcPct val="115000"/>
              </a:lnSpc>
              <a:spcBef>
                <a:spcPts val="0"/>
              </a:spcBef>
              <a:spcAft>
                <a:spcPts val="0"/>
              </a:spcAft>
              <a:buSzPts val="2600"/>
              <a:buFont typeface="Archivo"/>
              <a:buNone/>
              <a:defRPr b="1" sz="2600">
                <a:latin typeface="Archivo"/>
                <a:ea typeface="Archivo"/>
                <a:cs typeface="Archivo"/>
                <a:sym typeface="Archivo"/>
              </a:defRPr>
            </a:lvl7pPr>
            <a:lvl8pPr lvl="7" algn="l">
              <a:lnSpc>
                <a:spcPct val="115000"/>
              </a:lnSpc>
              <a:spcBef>
                <a:spcPts val="0"/>
              </a:spcBef>
              <a:spcAft>
                <a:spcPts val="0"/>
              </a:spcAft>
              <a:buSzPts val="2600"/>
              <a:buFont typeface="Archivo"/>
              <a:buNone/>
              <a:defRPr b="1" sz="2600">
                <a:latin typeface="Archivo"/>
                <a:ea typeface="Archivo"/>
                <a:cs typeface="Archivo"/>
                <a:sym typeface="Archivo"/>
              </a:defRPr>
            </a:lvl8pPr>
            <a:lvl9pPr lvl="8" algn="l">
              <a:lnSpc>
                <a:spcPct val="115000"/>
              </a:lnSpc>
              <a:spcBef>
                <a:spcPts val="0"/>
              </a:spcBef>
              <a:spcAft>
                <a:spcPts val="0"/>
              </a:spcAft>
              <a:buSzPts val="2600"/>
              <a:buFont typeface="Archivo"/>
              <a:buNone/>
              <a:defRPr b="1" sz="2600">
                <a:latin typeface="Archivo"/>
                <a:ea typeface="Archivo"/>
                <a:cs typeface="Archivo"/>
                <a:sym typeface="Archivo"/>
              </a:defRPr>
            </a:lvl9pPr>
          </a:lstStyle>
          <a:p/>
        </p:txBody>
      </p:sp>
      <p:sp>
        <p:nvSpPr>
          <p:cNvPr id="612" name="Google Shape;612;p62"/>
          <p:cNvSpPr txBox="1"/>
          <p:nvPr>
            <p:ph idx="5" type="subTitle"/>
          </p:nvPr>
        </p:nvSpPr>
        <p:spPr>
          <a:xfrm>
            <a:off x="1294375" y="2496027"/>
            <a:ext cx="7136400" cy="427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600"/>
              <a:buFont typeface="Archivo"/>
              <a:buNone/>
              <a:defRPr b="1" sz="2000">
                <a:latin typeface="Archivo"/>
                <a:ea typeface="Archivo"/>
                <a:cs typeface="Archivo"/>
                <a:sym typeface="Archivo"/>
              </a:defRPr>
            </a:lvl1pPr>
            <a:lvl2pPr lvl="1" algn="l">
              <a:lnSpc>
                <a:spcPct val="115000"/>
              </a:lnSpc>
              <a:spcBef>
                <a:spcPts val="0"/>
              </a:spcBef>
              <a:spcAft>
                <a:spcPts val="0"/>
              </a:spcAft>
              <a:buSzPts val="2600"/>
              <a:buFont typeface="Archivo"/>
              <a:buNone/>
              <a:defRPr b="1" sz="2600">
                <a:latin typeface="Archivo"/>
                <a:ea typeface="Archivo"/>
                <a:cs typeface="Archivo"/>
                <a:sym typeface="Archivo"/>
              </a:defRPr>
            </a:lvl2pPr>
            <a:lvl3pPr lvl="2" algn="l">
              <a:lnSpc>
                <a:spcPct val="115000"/>
              </a:lnSpc>
              <a:spcBef>
                <a:spcPts val="0"/>
              </a:spcBef>
              <a:spcAft>
                <a:spcPts val="0"/>
              </a:spcAft>
              <a:buSzPts val="2600"/>
              <a:buFont typeface="Archivo"/>
              <a:buNone/>
              <a:defRPr b="1" sz="2600">
                <a:latin typeface="Archivo"/>
                <a:ea typeface="Archivo"/>
                <a:cs typeface="Archivo"/>
                <a:sym typeface="Archivo"/>
              </a:defRPr>
            </a:lvl3pPr>
            <a:lvl4pPr lvl="3" algn="l">
              <a:lnSpc>
                <a:spcPct val="115000"/>
              </a:lnSpc>
              <a:spcBef>
                <a:spcPts val="0"/>
              </a:spcBef>
              <a:spcAft>
                <a:spcPts val="0"/>
              </a:spcAft>
              <a:buSzPts val="2600"/>
              <a:buFont typeface="Archivo"/>
              <a:buNone/>
              <a:defRPr b="1" sz="2600">
                <a:latin typeface="Archivo"/>
                <a:ea typeface="Archivo"/>
                <a:cs typeface="Archivo"/>
                <a:sym typeface="Archivo"/>
              </a:defRPr>
            </a:lvl4pPr>
            <a:lvl5pPr lvl="4" algn="l">
              <a:lnSpc>
                <a:spcPct val="115000"/>
              </a:lnSpc>
              <a:spcBef>
                <a:spcPts val="0"/>
              </a:spcBef>
              <a:spcAft>
                <a:spcPts val="0"/>
              </a:spcAft>
              <a:buSzPts val="2600"/>
              <a:buFont typeface="Archivo"/>
              <a:buNone/>
              <a:defRPr b="1" sz="2600">
                <a:latin typeface="Archivo"/>
                <a:ea typeface="Archivo"/>
                <a:cs typeface="Archivo"/>
                <a:sym typeface="Archivo"/>
              </a:defRPr>
            </a:lvl5pPr>
            <a:lvl6pPr lvl="5" algn="l">
              <a:lnSpc>
                <a:spcPct val="115000"/>
              </a:lnSpc>
              <a:spcBef>
                <a:spcPts val="0"/>
              </a:spcBef>
              <a:spcAft>
                <a:spcPts val="0"/>
              </a:spcAft>
              <a:buSzPts val="2600"/>
              <a:buFont typeface="Archivo"/>
              <a:buNone/>
              <a:defRPr b="1" sz="2600">
                <a:latin typeface="Archivo"/>
                <a:ea typeface="Archivo"/>
                <a:cs typeface="Archivo"/>
                <a:sym typeface="Archivo"/>
              </a:defRPr>
            </a:lvl6pPr>
            <a:lvl7pPr lvl="6" algn="l">
              <a:lnSpc>
                <a:spcPct val="115000"/>
              </a:lnSpc>
              <a:spcBef>
                <a:spcPts val="0"/>
              </a:spcBef>
              <a:spcAft>
                <a:spcPts val="0"/>
              </a:spcAft>
              <a:buSzPts val="2600"/>
              <a:buFont typeface="Archivo"/>
              <a:buNone/>
              <a:defRPr b="1" sz="2600">
                <a:latin typeface="Archivo"/>
                <a:ea typeface="Archivo"/>
                <a:cs typeface="Archivo"/>
                <a:sym typeface="Archivo"/>
              </a:defRPr>
            </a:lvl7pPr>
            <a:lvl8pPr lvl="7" algn="l">
              <a:lnSpc>
                <a:spcPct val="115000"/>
              </a:lnSpc>
              <a:spcBef>
                <a:spcPts val="0"/>
              </a:spcBef>
              <a:spcAft>
                <a:spcPts val="0"/>
              </a:spcAft>
              <a:buSzPts val="2600"/>
              <a:buFont typeface="Archivo"/>
              <a:buNone/>
              <a:defRPr b="1" sz="2600">
                <a:latin typeface="Archivo"/>
                <a:ea typeface="Archivo"/>
                <a:cs typeface="Archivo"/>
                <a:sym typeface="Archivo"/>
              </a:defRPr>
            </a:lvl8pPr>
            <a:lvl9pPr lvl="8" algn="l">
              <a:lnSpc>
                <a:spcPct val="115000"/>
              </a:lnSpc>
              <a:spcBef>
                <a:spcPts val="0"/>
              </a:spcBef>
              <a:spcAft>
                <a:spcPts val="0"/>
              </a:spcAft>
              <a:buSzPts val="2600"/>
              <a:buFont typeface="Archivo"/>
              <a:buNone/>
              <a:defRPr b="1" sz="2600">
                <a:latin typeface="Archivo"/>
                <a:ea typeface="Archivo"/>
                <a:cs typeface="Archivo"/>
                <a:sym typeface="Archivo"/>
              </a:defRPr>
            </a:lvl9pPr>
          </a:lstStyle>
          <a:p/>
        </p:txBody>
      </p:sp>
      <p:sp>
        <p:nvSpPr>
          <p:cNvPr id="613" name="Google Shape;613;p62"/>
          <p:cNvSpPr txBox="1"/>
          <p:nvPr>
            <p:ph idx="6" type="subTitle"/>
          </p:nvPr>
        </p:nvSpPr>
        <p:spPr>
          <a:xfrm>
            <a:off x="1294375" y="3616577"/>
            <a:ext cx="7136400" cy="427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600"/>
              <a:buFont typeface="Archivo"/>
              <a:buNone/>
              <a:defRPr b="1" sz="2000">
                <a:latin typeface="Archivo"/>
                <a:ea typeface="Archivo"/>
                <a:cs typeface="Archivo"/>
                <a:sym typeface="Archivo"/>
              </a:defRPr>
            </a:lvl1pPr>
            <a:lvl2pPr lvl="1" algn="l">
              <a:lnSpc>
                <a:spcPct val="115000"/>
              </a:lnSpc>
              <a:spcBef>
                <a:spcPts val="0"/>
              </a:spcBef>
              <a:spcAft>
                <a:spcPts val="0"/>
              </a:spcAft>
              <a:buSzPts val="2600"/>
              <a:buFont typeface="Archivo"/>
              <a:buNone/>
              <a:defRPr b="1" sz="2600">
                <a:latin typeface="Archivo"/>
                <a:ea typeface="Archivo"/>
                <a:cs typeface="Archivo"/>
                <a:sym typeface="Archivo"/>
              </a:defRPr>
            </a:lvl2pPr>
            <a:lvl3pPr lvl="2" algn="l">
              <a:lnSpc>
                <a:spcPct val="115000"/>
              </a:lnSpc>
              <a:spcBef>
                <a:spcPts val="0"/>
              </a:spcBef>
              <a:spcAft>
                <a:spcPts val="0"/>
              </a:spcAft>
              <a:buSzPts val="2600"/>
              <a:buFont typeface="Archivo"/>
              <a:buNone/>
              <a:defRPr b="1" sz="2600">
                <a:latin typeface="Archivo"/>
                <a:ea typeface="Archivo"/>
                <a:cs typeface="Archivo"/>
                <a:sym typeface="Archivo"/>
              </a:defRPr>
            </a:lvl3pPr>
            <a:lvl4pPr lvl="3" algn="l">
              <a:lnSpc>
                <a:spcPct val="115000"/>
              </a:lnSpc>
              <a:spcBef>
                <a:spcPts val="0"/>
              </a:spcBef>
              <a:spcAft>
                <a:spcPts val="0"/>
              </a:spcAft>
              <a:buSzPts val="2600"/>
              <a:buFont typeface="Archivo"/>
              <a:buNone/>
              <a:defRPr b="1" sz="2600">
                <a:latin typeface="Archivo"/>
                <a:ea typeface="Archivo"/>
                <a:cs typeface="Archivo"/>
                <a:sym typeface="Archivo"/>
              </a:defRPr>
            </a:lvl4pPr>
            <a:lvl5pPr lvl="4" algn="l">
              <a:lnSpc>
                <a:spcPct val="115000"/>
              </a:lnSpc>
              <a:spcBef>
                <a:spcPts val="0"/>
              </a:spcBef>
              <a:spcAft>
                <a:spcPts val="0"/>
              </a:spcAft>
              <a:buSzPts val="2600"/>
              <a:buFont typeface="Archivo"/>
              <a:buNone/>
              <a:defRPr b="1" sz="2600">
                <a:latin typeface="Archivo"/>
                <a:ea typeface="Archivo"/>
                <a:cs typeface="Archivo"/>
                <a:sym typeface="Archivo"/>
              </a:defRPr>
            </a:lvl5pPr>
            <a:lvl6pPr lvl="5" algn="l">
              <a:lnSpc>
                <a:spcPct val="115000"/>
              </a:lnSpc>
              <a:spcBef>
                <a:spcPts val="0"/>
              </a:spcBef>
              <a:spcAft>
                <a:spcPts val="0"/>
              </a:spcAft>
              <a:buSzPts val="2600"/>
              <a:buFont typeface="Archivo"/>
              <a:buNone/>
              <a:defRPr b="1" sz="2600">
                <a:latin typeface="Archivo"/>
                <a:ea typeface="Archivo"/>
                <a:cs typeface="Archivo"/>
                <a:sym typeface="Archivo"/>
              </a:defRPr>
            </a:lvl6pPr>
            <a:lvl7pPr lvl="6" algn="l">
              <a:lnSpc>
                <a:spcPct val="115000"/>
              </a:lnSpc>
              <a:spcBef>
                <a:spcPts val="0"/>
              </a:spcBef>
              <a:spcAft>
                <a:spcPts val="0"/>
              </a:spcAft>
              <a:buSzPts val="2600"/>
              <a:buFont typeface="Archivo"/>
              <a:buNone/>
              <a:defRPr b="1" sz="2600">
                <a:latin typeface="Archivo"/>
                <a:ea typeface="Archivo"/>
                <a:cs typeface="Archivo"/>
                <a:sym typeface="Archivo"/>
              </a:defRPr>
            </a:lvl7pPr>
            <a:lvl8pPr lvl="7" algn="l">
              <a:lnSpc>
                <a:spcPct val="115000"/>
              </a:lnSpc>
              <a:spcBef>
                <a:spcPts val="0"/>
              </a:spcBef>
              <a:spcAft>
                <a:spcPts val="0"/>
              </a:spcAft>
              <a:buSzPts val="2600"/>
              <a:buFont typeface="Archivo"/>
              <a:buNone/>
              <a:defRPr b="1" sz="2600">
                <a:latin typeface="Archivo"/>
                <a:ea typeface="Archivo"/>
                <a:cs typeface="Archivo"/>
                <a:sym typeface="Archivo"/>
              </a:defRPr>
            </a:lvl8pPr>
            <a:lvl9pPr lvl="8" algn="l">
              <a:lnSpc>
                <a:spcPct val="115000"/>
              </a:lnSpc>
              <a:spcBef>
                <a:spcPts val="0"/>
              </a:spcBef>
              <a:spcAft>
                <a:spcPts val="0"/>
              </a:spcAft>
              <a:buSzPts val="2600"/>
              <a:buFont typeface="Archivo"/>
              <a:buNone/>
              <a:defRPr b="1" sz="2600">
                <a:latin typeface="Archivo"/>
                <a:ea typeface="Archivo"/>
                <a:cs typeface="Archivo"/>
                <a:sym typeface="Archivo"/>
              </a:defRPr>
            </a:lvl9pPr>
          </a:lstStyle>
          <a:p/>
        </p:txBody>
      </p:sp>
      <p:grpSp>
        <p:nvGrpSpPr>
          <p:cNvPr id="614" name="Google Shape;614;p62"/>
          <p:cNvGrpSpPr/>
          <p:nvPr/>
        </p:nvGrpSpPr>
        <p:grpSpPr>
          <a:xfrm>
            <a:off x="-443807" y="-948650"/>
            <a:ext cx="9956582" cy="6051825"/>
            <a:chOff x="-443807" y="-948650"/>
            <a:chExt cx="9956582" cy="6051825"/>
          </a:xfrm>
        </p:grpSpPr>
        <p:grpSp>
          <p:nvGrpSpPr>
            <p:cNvPr id="615" name="Google Shape;615;p62"/>
            <p:cNvGrpSpPr/>
            <p:nvPr/>
          </p:nvGrpSpPr>
          <p:grpSpPr>
            <a:xfrm>
              <a:off x="6093702" y="-948650"/>
              <a:ext cx="3419073" cy="1782378"/>
              <a:chOff x="3975102" y="-851325"/>
              <a:chExt cx="3419073" cy="1782378"/>
            </a:xfrm>
          </p:grpSpPr>
          <p:grpSp>
            <p:nvGrpSpPr>
              <p:cNvPr id="616" name="Google Shape;616;p62"/>
              <p:cNvGrpSpPr/>
              <p:nvPr/>
            </p:nvGrpSpPr>
            <p:grpSpPr>
              <a:xfrm>
                <a:off x="4368809" y="-635621"/>
                <a:ext cx="1245819" cy="1079037"/>
                <a:chOff x="7983967" y="244032"/>
                <a:chExt cx="815700" cy="706500"/>
              </a:xfrm>
            </p:grpSpPr>
            <p:sp>
              <p:nvSpPr>
                <p:cNvPr id="617" name="Google Shape;617;p62"/>
                <p:cNvSpPr/>
                <p:nvPr/>
              </p:nvSpPr>
              <p:spPr>
                <a:xfrm>
                  <a:off x="7983967" y="244032"/>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18" name="Google Shape;618;p62"/>
                <p:cNvSpPr/>
                <p:nvPr/>
              </p:nvSpPr>
              <p:spPr>
                <a:xfrm>
                  <a:off x="8027224" y="281546"/>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19" name="Google Shape;619;p62"/>
                <p:cNvSpPr/>
                <p:nvPr/>
              </p:nvSpPr>
              <p:spPr>
                <a:xfrm>
                  <a:off x="8316706" y="532281"/>
                  <a:ext cx="150300" cy="1302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620" name="Google Shape;620;p62"/>
              <p:cNvGrpSpPr/>
              <p:nvPr/>
            </p:nvGrpSpPr>
            <p:grpSpPr>
              <a:xfrm>
                <a:off x="6360273" y="-338456"/>
                <a:ext cx="917499" cy="794671"/>
                <a:chOff x="8022925" y="186250"/>
                <a:chExt cx="815700" cy="706500"/>
              </a:xfrm>
            </p:grpSpPr>
            <p:sp>
              <p:nvSpPr>
                <p:cNvPr id="621" name="Google Shape;621;p62"/>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22" name="Google Shape;622;p62"/>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623" name="Google Shape;623;p62"/>
              <p:cNvGrpSpPr/>
              <p:nvPr/>
            </p:nvGrpSpPr>
            <p:grpSpPr>
              <a:xfrm>
                <a:off x="5548840" y="-8756"/>
                <a:ext cx="587793" cy="509104"/>
                <a:chOff x="8022925" y="186250"/>
                <a:chExt cx="815700" cy="706500"/>
              </a:xfrm>
            </p:grpSpPr>
            <p:sp>
              <p:nvSpPr>
                <p:cNvPr id="624" name="Google Shape;624;p62"/>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25" name="Google Shape;625;p62"/>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626" name="Google Shape;626;p62"/>
              <p:cNvSpPr/>
              <p:nvPr/>
            </p:nvSpPr>
            <p:spPr>
              <a:xfrm>
                <a:off x="3975102" y="-19647"/>
                <a:ext cx="307200" cy="2661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627" name="Google Shape;627;p62"/>
              <p:cNvCxnSpPr>
                <a:stCxn id="624" idx="0"/>
              </p:cNvCxnSpPr>
              <p:nvPr/>
            </p:nvCxnSpPr>
            <p:spPr>
              <a:xfrm>
                <a:off x="6136633" y="245796"/>
                <a:ext cx="154500" cy="0"/>
              </a:xfrm>
              <a:prstGeom prst="straightConnector1">
                <a:avLst/>
              </a:prstGeom>
              <a:noFill/>
              <a:ln cap="flat" cmpd="sng" w="9525">
                <a:solidFill>
                  <a:schemeClr val="dk2"/>
                </a:solidFill>
                <a:prstDash val="solid"/>
                <a:round/>
                <a:headEnd len="sm" w="sm" type="none"/>
                <a:tailEnd len="sm" w="sm" type="none"/>
              </a:ln>
            </p:spPr>
          </p:cxnSp>
          <p:cxnSp>
            <p:nvCxnSpPr>
              <p:cNvPr id="628" name="Google Shape;628;p62"/>
              <p:cNvCxnSpPr>
                <a:stCxn id="621" idx="3"/>
              </p:cNvCxnSpPr>
              <p:nvPr/>
            </p:nvCxnSpPr>
            <p:spPr>
              <a:xfrm flipH="1">
                <a:off x="6287073" y="58880"/>
                <a:ext cx="73200" cy="187500"/>
              </a:xfrm>
              <a:prstGeom prst="straightConnector1">
                <a:avLst/>
              </a:prstGeom>
              <a:noFill/>
              <a:ln cap="flat" cmpd="sng" w="9525">
                <a:solidFill>
                  <a:schemeClr val="dk2"/>
                </a:solidFill>
                <a:prstDash val="solid"/>
                <a:round/>
                <a:headEnd len="sm" w="sm" type="none"/>
                <a:tailEnd len="sm" w="sm" type="none"/>
              </a:ln>
            </p:spPr>
          </p:cxnSp>
          <p:sp>
            <p:nvSpPr>
              <p:cNvPr id="629" name="Google Shape;629;p62"/>
              <p:cNvSpPr/>
              <p:nvPr/>
            </p:nvSpPr>
            <p:spPr>
              <a:xfrm>
                <a:off x="6393525" y="500350"/>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630" name="Google Shape;630;p62"/>
              <p:cNvCxnSpPr>
                <a:stCxn id="621" idx="5"/>
              </p:cNvCxnSpPr>
              <p:nvPr/>
            </p:nvCxnSpPr>
            <p:spPr>
              <a:xfrm flipH="1" rot="10800000">
                <a:off x="7079104" y="-816056"/>
                <a:ext cx="275700" cy="477600"/>
              </a:xfrm>
              <a:prstGeom prst="straightConnector1">
                <a:avLst/>
              </a:prstGeom>
              <a:noFill/>
              <a:ln cap="flat" cmpd="sng" w="9525">
                <a:solidFill>
                  <a:schemeClr val="dk2"/>
                </a:solidFill>
                <a:prstDash val="solid"/>
                <a:round/>
                <a:headEnd len="sm" w="sm" type="none"/>
                <a:tailEnd len="sm" w="sm" type="none"/>
              </a:ln>
            </p:spPr>
          </p:cxnSp>
          <p:sp>
            <p:nvSpPr>
              <p:cNvPr id="631" name="Google Shape;631;p62"/>
              <p:cNvSpPr/>
              <p:nvPr/>
            </p:nvSpPr>
            <p:spPr>
              <a:xfrm>
                <a:off x="7315575" y="-8513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32" name="Google Shape;632;p62"/>
              <p:cNvSpPr/>
              <p:nvPr/>
            </p:nvSpPr>
            <p:spPr>
              <a:xfrm>
                <a:off x="6525052" y="6649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633" name="Google Shape;633;p62"/>
            <p:cNvGrpSpPr/>
            <p:nvPr/>
          </p:nvGrpSpPr>
          <p:grpSpPr>
            <a:xfrm rot="10800000">
              <a:off x="-443807" y="2829059"/>
              <a:ext cx="917499" cy="794671"/>
              <a:chOff x="8022925" y="186250"/>
              <a:chExt cx="815700" cy="706500"/>
            </a:xfrm>
          </p:grpSpPr>
          <p:sp>
            <p:nvSpPr>
              <p:cNvPr id="634" name="Google Shape;634;p62"/>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35" name="Google Shape;635;p62"/>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636" name="Google Shape;636;p62"/>
            <p:cNvGrpSpPr/>
            <p:nvPr/>
          </p:nvGrpSpPr>
          <p:grpSpPr>
            <a:xfrm flipH="1">
              <a:off x="8055928" y="4390325"/>
              <a:ext cx="990993" cy="712850"/>
              <a:chOff x="-54031" y="3864675"/>
              <a:chExt cx="990993" cy="712850"/>
            </a:xfrm>
          </p:grpSpPr>
          <p:grpSp>
            <p:nvGrpSpPr>
              <p:cNvPr id="637" name="Google Shape;637;p62"/>
              <p:cNvGrpSpPr/>
              <p:nvPr/>
            </p:nvGrpSpPr>
            <p:grpSpPr>
              <a:xfrm rot="10800000">
                <a:off x="-54031" y="4020302"/>
                <a:ext cx="587793" cy="509104"/>
                <a:chOff x="8219133" y="114261"/>
                <a:chExt cx="815700" cy="706500"/>
              </a:xfrm>
            </p:grpSpPr>
            <p:sp>
              <p:nvSpPr>
                <p:cNvPr id="638" name="Google Shape;638;p62"/>
                <p:cNvSpPr/>
                <p:nvPr/>
              </p:nvSpPr>
              <p:spPr>
                <a:xfrm>
                  <a:off x="8219133" y="114261"/>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39" name="Google Shape;639;p62"/>
                <p:cNvSpPr/>
                <p:nvPr/>
              </p:nvSpPr>
              <p:spPr>
                <a:xfrm>
                  <a:off x="8409510" y="279167"/>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640" name="Google Shape;640;p62"/>
              <p:cNvSpPr/>
              <p:nvPr/>
            </p:nvSpPr>
            <p:spPr>
              <a:xfrm rot="10800000">
                <a:off x="21990" y="44752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641" name="Google Shape;641;p62"/>
              <p:cNvCxnSpPr>
                <a:stCxn id="638" idx="3"/>
              </p:cNvCxnSpPr>
              <p:nvPr/>
            </p:nvCxnSpPr>
            <p:spPr>
              <a:xfrm>
                <a:off x="533762" y="4274854"/>
                <a:ext cx="403200" cy="0"/>
              </a:xfrm>
              <a:prstGeom prst="straightConnector1">
                <a:avLst/>
              </a:prstGeom>
              <a:noFill/>
              <a:ln cap="flat" cmpd="sng" w="9525">
                <a:solidFill>
                  <a:schemeClr val="dk2"/>
                </a:solidFill>
                <a:prstDash val="solid"/>
                <a:round/>
                <a:headEnd len="sm" w="sm" type="none"/>
                <a:tailEnd len="sm" w="sm" type="none"/>
              </a:ln>
            </p:spPr>
          </p:cxnSp>
          <p:sp>
            <p:nvSpPr>
              <p:cNvPr id="642" name="Google Shape;642;p62"/>
              <p:cNvSpPr/>
              <p:nvPr/>
            </p:nvSpPr>
            <p:spPr>
              <a:xfrm rot="10800000">
                <a:off x="87603" y="38646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643" name="Shape 643"/>
        <p:cNvGrpSpPr/>
        <p:nvPr/>
      </p:nvGrpSpPr>
      <p:grpSpPr>
        <a:xfrm>
          <a:off x="0" y="0"/>
          <a:ext cx="0" cy="0"/>
          <a:chOff x="0" y="0"/>
          <a:chExt cx="0" cy="0"/>
        </a:xfrm>
      </p:grpSpPr>
      <p:sp>
        <p:nvSpPr>
          <p:cNvPr id="644" name="Google Shape;644;p6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45" name="Google Shape;645;p63"/>
          <p:cNvSpPr txBox="1"/>
          <p:nvPr>
            <p:ph idx="1" type="subTitle"/>
          </p:nvPr>
        </p:nvSpPr>
        <p:spPr>
          <a:xfrm>
            <a:off x="937625" y="28765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646" name="Google Shape;646;p63"/>
          <p:cNvSpPr txBox="1"/>
          <p:nvPr>
            <p:ph idx="2" type="subTitle"/>
          </p:nvPr>
        </p:nvSpPr>
        <p:spPr>
          <a:xfrm>
            <a:off x="3484346" y="28765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647" name="Google Shape;647;p63"/>
          <p:cNvSpPr txBox="1"/>
          <p:nvPr>
            <p:ph idx="3" type="subTitle"/>
          </p:nvPr>
        </p:nvSpPr>
        <p:spPr>
          <a:xfrm>
            <a:off x="6031074" y="28765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648" name="Google Shape;648;p63"/>
          <p:cNvSpPr txBox="1"/>
          <p:nvPr>
            <p:ph idx="4" type="subTitle"/>
          </p:nvPr>
        </p:nvSpPr>
        <p:spPr>
          <a:xfrm>
            <a:off x="937625" y="2571750"/>
            <a:ext cx="2175300" cy="3657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600"/>
              <a:buFont typeface="Archivo"/>
              <a:buNone/>
              <a:defRPr b="1" sz="2000">
                <a:latin typeface="Archivo"/>
                <a:ea typeface="Archivo"/>
                <a:cs typeface="Archivo"/>
                <a:sym typeface="Archivo"/>
              </a:defRPr>
            </a:lvl1pPr>
            <a:lvl2pPr lvl="1" algn="ctr">
              <a:lnSpc>
                <a:spcPct val="115000"/>
              </a:lnSpc>
              <a:spcBef>
                <a:spcPts val="0"/>
              </a:spcBef>
              <a:spcAft>
                <a:spcPts val="0"/>
              </a:spcAft>
              <a:buSzPts val="2600"/>
              <a:buFont typeface="Archivo"/>
              <a:buNone/>
              <a:defRPr b="1" sz="2600">
                <a:latin typeface="Archivo"/>
                <a:ea typeface="Archivo"/>
                <a:cs typeface="Archivo"/>
                <a:sym typeface="Archivo"/>
              </a:defRPr>
            </a:lvl2pPr>
            <a:lvl3pPr lvl="2" algn="ctr">
              <a:lnSpc>
                <a:spcPct val="115000"/>
              </a:lnSpc>
              <a:spcBef>
                <a:spcPts val="0"/>
              </a:spcBef>
              <a:spcAft>
                <a:spcPts val="0"/>
              </a:spcAft>
              <a:buSzPts val="2600"/>
              <a:buFont typeface="Archivo"/>
              <a:buNone/>
              <a:defRPr b="1" sz="2600">
                <a:latin typeface="Archivo"/>
                <a:ea typeface="Archivo"/>
                <a:cs typeface="Archivo"/>
                <a:sym typeface="Archivo"/>
              </a:defRPr>
            </a:lvl3pPr>
            <a:lvl4pPr lvl="3" algn="ctr">
              <a:lnSpc>
                <a:spcPct val="115000"/>
              </a:lnSpc>
              <a:spcBef>
                <a:spcPts val="0"/>
              </a:spcBef>
              <a:spcAft>
                <a:spcPts val="0"/>
              </a:spcAft>
              <a:buSzPts val="2600"/>
              <a:buFont typeface="Archivo"/>
              <a:buNone/>
              <a:defRPr b="1" sz="2600">
                <a:latin typeface="Archivo"/>
                <a:ea typeface="Archivo"/>
                <a:cs typeface="Archivo"/>
                <a:sym typeface="Archivo"/>
              </a:defRPr>
            </a:lvl4pPr>
            <a:lvl5pPr lvl="4" algn="ctr">
              <a:lnSpc>
                <a:spcPct val="115000"/>
              </a:lnSpc>
              <a:spcBef>
                <a:spcPts val="0"/>
              </a:spcBef>
              <a:spcAft>
                <a:spcPts val="0"/>
              </a:spcAft>
              <a:buSzPts val="2600"/>
              <a:buFont typeface="Archivo"/>
              <a:buNone/>
              <a:defRPr b="1" sz="2600">
                <a:latin typeface="Archivo"/>
                <a:ea typeface="Archivo"/>
                <a:cs typeface="Archivo"/>
                <a:sym typeface="Archivo"/>
              </a:defRPr>
            </a:lvl5pPr>
            <a:lvl6pPr lvl="5" algn="ctr">
              <a:lnSpc>
                <a:spcPct val="115000"/>
              </a:lnSpc>
              <a:spcBef>
                <a:spcPts val="0"/>
              </a:spcBef>
              <a:spcAft>
                <a:spcPts val="0"/>
              </a:spcAft>
              <a:buSzPts val="2600"/>
              <a:buFont typeface="Archivo"/>
              <a:buNone/>
              <a:defRPr b="1" sz="2600">
                <a:latin typeface="Archivo"/>
                <a:ea typeface="Archivo"/>
                <a:cs typeface="Archivo"/>
                <a:sym typeface="Archivo"/>
              </a:defRPr>
            </a:lvl6pPr>
            <a:lvl7pPr lvl="6" algn="ctr">
              <a:lnSpc>
                <a:spcPct val="115000"/>
              </a:lnSpc>
              <a:spcBef>
                <a:spcPts val="0"/>
              </a:spcBef>
              <a:spcAft>
                <a:spcPts val="0"/>
              </a:spcAft>
              <a:buSzPts val="2600"/>
              <a:buFont typeface="Archivo"/>
              <a:buNone/>
              <a:defRPr b="1" sz="2600">
                <a:latin typeface="Archivo"/>
                <a:ea typeface="Archivo"/>
                <a:cs typeface="Archivo"/>
                <a:sym typeface="Archivo"/>
              </a:defRPr>
            </a:lvl7pPr>
            <a:lvl8pPr lvl="7" algn="ctr">
              <a:lnSpc>
                <a:spcPct val="115000"/>
              </a:lnSpc>
              <a:spcBef>
                <a:spcPts val="0"/>
              </a:spcBef>
              <a:spcAft>
                <a:spcPts val="0"/>
              </a:spcAft>
              <a:buSzPts val="2600"/>
              <a:buFont typeface="Archivo"/>
              <a:buNone/>
              <a:defRPr b="1" sz="2600">
                <a:latin typeface="Archivo"/>
                <a:ea typeface="Archivo"/>
                <a:cs typeface="Archivo"/>
                <a:sym typeface="Archivo"/>
              </a:defRPr>
            </a:lvl8pPr>
            <a:lvl9pPr lvl="8" algn="ctr">
              <a:lnSpc>
                <a:spcPct val="115000"/>
              </a:lnSpc>
              <a:spcBef>
                <a:spcPts val="0"/>
              </a:spcBef>
              <a:spcAft>
                <a:spcPts val="0"/>
              </a:spcAft>
              <a:buSzPts val="2600"/>
              <a:buFont typeface="Archivo"/>
              <a:buNone/>
              <a:defRPr b="1" sz="2600">
                <a:latin typeface="Archivo"/>
                <a:ea typeface="Archivo"/>
                <a:cs typeface="Archivo"/>
                <a:sym typeface="Archivo"/>
              </a:defRPr>
            </a:lvl9pPr>
          </a:lstStyle>
          <a:p/>
        </p:txBody>
      </p:sp>
      <p:sp>
        <p:nvSpPr>
          <p:cNvPr id="649" name="Google Shape;649;p63"/>
          <p:cNvSpPr txBox="1"/>
          <p:nvPr>
            <p:ph idx="5" type="subTitle"/>
          </p:nvPr>
        </p:nvSpPr>
        <p:spPr>
          <a:xfrm>
            <a:off x="3484347" y="2571750"/>
            <a:ext cx="2175300" cy="3657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600"/>
              <a:buFont typeface="Archivo"/>
              <a:buNone/>
              <a:defRPr b="1" sz="2000">
                <a:latin typeface="Archivo"/>
                <a:ea typeface="Archivo"/>
                <a:cs typeface="Archivo"/>
                <a:sym typeface="Archivo"/>
              </a:defRPr>
            </a:lvl1pPr>
            <a:lvl2pPr lvl="1" algn="ctr">
              <a:lnSpc>
                <a:spcPct val="115000"/>
              </a:lnSpc>
              <a:spcBef>
                <a:spcPts val="0"/>
              </a:spcBef>
              <a:spcAft>
                <a:spcPts val="0"/>
              </a:spcAft>
              <a:buSzPts val="2600"/>
              <a:buFont typeface="Archivo"/>
              <a:buNone/>
              <a:defRPr b="1" sz="2600">
                <a:latin typeface="Archivo"/>
                <a:ea typeface="Archivo"/>
                <a:cs typeface="Archivo"/>
                <a:sym typeface="Archivo"/>
              </a:defRPr>
            </a:lvl2pPr>
            <a:lvl3pPr lvl="2" algn="ctr">
              <a:lnSpc>
                <a:spcPct val="115000"/>
              </a:lnSpc>
              <a:spcBef>
                <a:spcPts val="0"/>
              </a:spcBef>
              <a:spcAft>
                <a:spcPts val="0"/>
              </a:spcAft>
              <a:buSzPts val="2600"/>
              <a:buFont typeface="Archivo"/>
              <a:buNone/>
              <a:defRPr b="1" sz="2600">
                <a:latin typeface="Archivo"/>
                <a:ea typeface="Archivo"/>
                <a:cs typeface="Archivo"/>
                <a:sym typeface="Archivo"/>
              </a:defRPr>
            </a:lvl3pPr>
            <a:lvl4pPr lvl="3" algn="ctr">
              <a:lnSpc>
                <a:spcPct val="115000"/>
              </a:lnSpc>
              <a:spcBef>
                <a:spcPts val="0"/>
              </a:spcBef>
              <a:spcAft>
                <a:spcPts val="0"/>
              </a:spcAft>
              <a:buSzPts val="2600"/>
              <a:buFont typeface="Archivo"/>
              <a:buNone/>
              <a:defRPr b="1" sz="2600">
                <a:latin typeface="Archivo"/>
                <a:ea typeface="Archivo"/>
                <a:cs typeface="Archivo"/>
                <a:sym typeface="Archivo"/>
              </a:defRPr>
            </a:lvl4pPr>
            <a:lvl5pPr lvl="4" algn="ctr">
              <a:lnSpc>
                <a:spcPct val="115000"/>
              </a:lnSpc>
              <a:spcBef>
                <a:spcPts val="0"/>
              </a:spcBef>
              <a:spcAft>
                <a:spcPts val="0"/>
              </a:spcAft>
              <a:buSzPts val="2600"/>
              <a:buFont typeface="Archivo"/>
              <a:buNone/>
              <a:defRPr b="1" sz="2600">
                <a:latin typeface="Archivo"/>
                <a:ea typeface="Archivo"/>
                <a:cs typeface="Archivo"/>
                <a:sym typeface="Archivo"/>
              </a:defRPr>
            </a:lvl5pPr>
            <a:lvl6pPr lvl="5" algn="ctr">
              <a:lnSpc>
                <a:spcPct val="115000"/>
              </a:lnSpc>
              <a:spcBef>
                <a:spcPts val="0"/>
              </a:spcBef>
              <a:spcAft>
                <a:spcPts val="0"/>
              </a:spcAft>
              <a:buSzPts val="2600"/>
              <a:buFont typeface="Archivo"/>
              <a:buNone/>
              <a:defRPr b="1" sz="2600">
                <a:latin typeface="Archivo"/>
                <a:ea typeface="Archivo"/>
                <a:cs typeface="Archivo"/>
                <a:sym typeface="Archivo"/>
              </a:defRPr>
            </a:lvl6pPr>
            <a:lvl7pPr lvl="6" algn="ctr">
              <a:lnSpc>
                <a:spcPct val="115000"/>
              </a:lnSpc>
              <a:spcBef>
                <a:spcPts val="0"/>
              </a:spcBef>
              <a:spcAft>
                <a:spcPts val="0"/>
              </a:spcAft>
              <a:buSzPts val="2600"/>
              <a:buFont typeface="Archivo"/>
              <a:buNone/>
              <a:defRPr b="1" sz="2600">
                <a:latin typeface="Archivo"/>
                <a:ea typeface="Archivo"/>
                <a:cs typeface="Archivo"/>
                <a:sym typeface="Archivo"/>
              </a:defRPr>
            </a:lvl7pPr>
            <a:lvl8pPr lvl="7" algn="ctr">
              <a:lnSpc>
                <a:spcPct val="115000"/>
              </a:lnSpc>
              <a:spcBef>
                <a:spcPts val="0"/>
              </a:spcBef>
              <a:spcAft>
                <a:spcPts val="0"/>
              </a:spcAft>
              <a:buSzPts val="2600"/>
              <a:buFont typeface="Archivo"/>
              <a:buNone/>
              <a:defRPr b="1" sz="2600">
                <a:latin typeface="Archivo"/>
                <a:ea typeface="Archivo"/>
                <a:cs typeface="Archivo"/>
                <a:sym typeface="Archivo"/>
              </a:defRPr>
            </a:lvl8pPr>
            <a:lvl9pPr lvl="8" algn="ctr">
              <a:lnSpc>
                <a:spcPct val="115000"/>
              </a:lnSpc>
              <a:spcBef>
                <a:spcPts val="0"/>
              </a:spcBef>
              <a:spcAft>
                <a:spcPts val="0"/>
              </a:spcAft>
              <a:buSzPts val="2600"/>
              <a:buFont typeface="Archivo"/>
              <a:buNone/>
              <a:defRPr b="1" sz="2600">
                <a:latin typeface="Archivo"/>
                <a:ea typeface="Archivo"/>
                <a:cs typeface="Archivo"/>
                <a:sym typeface="Archivo"/>
              </a:defRPr>
            </a:lvl9pPr>
          </a:lstStyle>
          <a:p/>
        </p:txBody>
      </p:sp>
      <p:sp>
        <p:nvSpPr>
          <p:cNvPr id="650" name="Google Shape;650;p63"/>
          <p:cNvSpPr txBox="1"/>
          <p:nvPr>
            <p:ph idx="6" type="subTitle"/>
          </p:nvPr>
        </p:nvSpPr>
        <p:spPr>
          <a:xfrm>
            <a:off x="6031075" y="2571750"/>
            <a:ext cx="2175300" cy="3657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600"/>
              <a:buFont typeface="Archivo"/>
              <a:buNone/>
              <a:defRPr b="1" sz="2000">
                <a:latin typeface="Archivo"/>
                <a:ea typeface="Archivo"/>
                <a:cs typeface="Archivo"/>
                <a:sym typeface="Archivo"/>
              </a:defRPr>
            </a:lvl1pPr>
            <a:lvl2pPr lvl="1" algn="ctr">
              <a:lnSpc>
                <a:spcPct val="115000"/>
              </a:lnSpc>
              <a:spcBef>
                <a:spcPts val="0"/>
              </a:spcBef>
              <a:spcAft>
                <a:spcPts val="0"/>
              </a:spcAft>
              <a:buSzPts val="2600"/>
              <a:buFont typeface="Archivo"/>
              <a:buNone/>
              <a:defRPr b="1" sz="2600">
                <a:latin typeface="Archivo"/>
                <a:ea typeface="Archivo"/>
                <a:cs typeface="Archivo"/>
                <a:sym typeface="Archivo"/>
              </a:defRPr>
            </a:lvl2pPr>
            <a:lvl3pPr lvl="2" algn="ctr">
              <a:lnSpc>
                <a:spcPct val="115000"/>
              </a:lnSpc>
              <a:spcBef>
                <a:spcPts val="0"/>
              </a:spcBef>
              <a:spcAft>
                <a:spcPts val="0"/>
              </a:spcAft>
              <a:buSzPts val="2600"/>
              <a:buFont typeface="Archivo"/>
              <a:buNone/>
              <a:defRPr b="1" sz="2600">
                <a:latin typeface="Archivo"/>
                <a:ea typeface="Archivo"/>
                <a:cs typeface="Archivo"/>
                <a:sym typeface="Archivo"/>
              </a:defRPr>
            </a:lvl3pPr>
            <a:lvl4pPr lvl="3" algn="ctr">
              <a:lnSpc>
                <a:spcPct val="115000"/>
              </a:lnSpc>
              <a:spcBef>
                <a:spcPts val="0"/>
              </a:spcBef>
              <a:spcAft>
                <a:spcPts val="0"/>
              </a:spcAft>
              <a:buSzPts val="2600"/>
              <a:buFont typeface="Archivo"/>
              <a:buNone/>
              <a:defRPr b="1" sz="2600">
                <a:latin typeface="Archivo"/>
                <a:ea typeface="Archivo"/>
                <a:cs typeface="Archivo"/>
                <a:sym typeface="Archivo"/>
              </a:defRPr>
            </a:lvl4pPr>
            <a:lvl5pPr lvl="4" algn="ctr">
              <a:lnSpc>
                <a:spcPct val="115000"/>
              </a:lnSpc>
              <a:spcBef>
                <a:spcPts val="0"/>
              </a:spcBef>
              <a:spcAft>
                <a:spcPts val="0"/>
              </a:spcAft>
              <a:buSzPts val="2600"/>
              <a:buFont typeface="Archivo"/>
              <a:buNone/>
              <a:defRPr b="1" sz="2600">
                <a:latin typeface="Archivo"/>
                <a:ea typeface="Archivo"/>
                <a:cs typeface="Archivo"/>
                <a:sym typeface="Archivo"/>
              </a:defRPr>
            </a:lvl5pPr>
            <a:lvl6pPr lvl="5" algn="ctr">
              <a:lnSpc>
                <a:spcPct val="115000"/>
              </a:lnSpc>
              <a:spcBef>
                <a:spcPts val="0"/>
              </a:spcBef>
              <a:spcAft>
                <a:spcPts val="0"/>
              </a:spcAft>
              <a:buSzPts val="2600"/>
              <a:buFont typeface="Archivo"/>
              <a:buNone/>
              <a:defRPr b="1" sz="2600">
                <a:latin typeface="Archivo"/>
                <a:ea typeface="Archivo"/>
                <a:cs typeface="Archivo"/>
                <a:sym typeface="Archivo"/>
              </a:defRPr>
            </a:lvl6pPr>
            <a:lvl7pPr lvl="6" algn="ctr">
              <a:lnSpc>
                <a:spcPct val="115000"/>
              </a:lnSpc>
              <a:spcBef>
                <a:spcPts val="0"/>
              </a:spcBef>
              <a:spcAft>
                <a:spcPts val="0"/>
              </a:spcAft>
              <a:buSzPts val="2600"/>
              <a:buFont typeface="Archivo"/>
              <a:buNone/>
              <a:defRPr b="1" sz="2600">
                <a:latin typeface="Archivo"/>
                <a:ea typeface="Archivo"/>
                <a:cs typeface="Archivo"/>
                <a:sym typeface="Archivo"/>
              </a:defRPr>
            </a:lvl7pPr>
            <a:lvl8pPr lvl="7" algn="ctr">
              <a:lnSpc>
                <a:spcPct val="115000"/>
              </a:lnSpc>
              <a:spcBef>
                <a:spcPts val="0"/>
              </a:spcBef>
              <a:spcAft>
                <a:spcPts val="0"/>
              </a:spcAft>
              <a:buSzPts val="2600"/>
              <a:buFont typeface="Archivo"/>
              <a:buNone/>
              <a:defRPr b="1" sz="2600">
                <a:latin typeface="Archivo"/>
                <a:ea typeface="Archivo"/>
                <a:cs typeface="Archivo"/>
                <a:sym typeface="Archivo"/>
              </a:defRPr>
            </a:lvl8pPr>
            <a:lvl9pPr lvl="8" algn="ctr">
              <a:lnSpc>
                <a:spcPct val="115000"/>
              </a:lnSpc>
              <a:spcBef>
                <a:spcPts val="0"/>
              </a:spcBef>
              <a:spcAft>
                <a:spcPts val="0"/>
              </a:spcAft>
              <a:buSzPts val="2600"/>
              <a:buFont typeface="Archivo"/>
              <a:buNone/>
              <a:defRPr b="1" sz="2600">
                <a:latin typeface="Archivo"/>
                <a:ea typeface="Archivo"/>
                <a:cs typeface="Archivo"/>
                <a:sym typeface="Archivo"/>
              </a:defRPr>
            </a:lvl9pPr>
          </a:lstStyle>
          <a:p/>
        </p:txBody>
      </p:sp>
      <p:grpSp>
        <p:nvGrpSpPr>
          <p:cNvPr id="651" name="Google Shape;651;p63"/>
          <p:cNvGrpSpPr/>
          <p:nvPr/>
        </p:nvGrpSpPr>
        <p:grpSpPr>
          <a:xfrm>
            <a:off x="-266412" y="169275"/>
            <a:ext cx="9838804" cy="5482894"/>
            <a:chOff x="-266412" y="169275"/>
            <a:chExt cx="9838804" cy="5482894"/>
          </a:xfrm>
        </p:grpSpPr>
        <p:grpSp>
          <p:nvGrpSpPr>
            <p:cNvPr id="652" name="Google Shape;652;p63"/>
            <p:cNvGrpSpPr/>
            <p:nvPr/>
          </p:nvGrpSpPr>
          <p:grpSpPr>
            <a:xfrm rot="5400000">
              <a:off x="7563177" y="3721380"/>
              <a:ext cx="2280942" cy="1580637"/>
              <a:chOff x="7469202" y="-252046"/>
              <a:chExt cx="2280942" cy="1580637"/>
            </a:xfrm>
          </p:grpSpPr>
          <p:grpSp>
            <p:nvGrpSpPr>
              <p:cNvPr id="653" name="Google Shape;653;p63"/>
              <p:cNvGrpSpPr/>
              <p:nvPr/>
            </p:nvGrpSpPr>
            <p:grpSpPr>
              <a:xfrm>
                <a:off x="8488484" y="-252046"/>
                <a:ext cx="1261660" cy="1580637"/>
                <a:chOff x="484534" y="-782621"/>
                <a:chExt cx="1261660" cy="1580637"/>
              </a:xfrm>
            </p:grpSpPr>
            <p:grpSp>
              <p:nvGrpSpPr>
                <p:cNvPr id="654" name="Google Shape;654;p63"/>
                <p:cNvGrpSpPr/>
                <p:nvPr/>
              </p:nvGrpSpPr>
              <p:grpSpPr>
                <a:xfrm>
                  <a:off x="484534" y="-782621"/>
                  <a:ext cx="1245819" cy="1079037"/>
                  <a:chOff x="8054206" y="147783"/>
                  <a:chExt cx="815700" cy="706500"/>
                </a:xfrm>
              </p:grpSpPr>
              <p:sp>
                <p:nvSpPr>
                  <p:cNvPr id="655" name="Google Shape;655;p63"/>
                  <p:cNvSpPr/>
                  <p:nvPr/>
                </p:nvSpPr>
                <p:spPr>
                  <a:xfrm>
                    <a:off x="8054206" y="147783"/>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56" name="Google Shape;656;p63"/>
                  <p:cNvSpPr/>
                  <p:nvPr/>
                </p:nvSpPr>
                <p:spPr>
                  <a:xfrm>
                    <a:off x="8097463" y="185298"/>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57" name="Google Shape;657;p63"/>
                  <p:cNvSpPr/>
                  <p:nvPr/>
                </p:nvSpPr>
                <p:spPr>
                  <a:xfrm>
                    <a:off x="8276780" y="340606"/>
                    <a:ext cx="370500" cy="3210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658" name="Google Shape;658;p63"/>
                <p:cNvCxnSpPr>
                  <a:stCxn id="655" idx="1"/>
                </p:cNvCxnSpPr>
                <p:nvPr/>
              </p:nvCxnSpPr>
              <p:spPr>
                <a:xfrm flipH="1" rot="-5400000">
                  <a:off x="1352594" y="404416"/>
                  <a:ext cx="501600" cy="285600"/>
                </a:xfrm>
                <a:prstGeom prst="straightConnector1">
                  <a:avLst/>
                </a:prstGeom>
                <a:noFill/>
                <a:ln cap="flat" cmpd="sng" w="9525">
                  <a:solidFill>
                    <a:schemeClr val="dk2"/>
                  </a:solidFill>
                  <a:prstDash val="solid"/>
                  <a:round/>
                  <a:headEnd len="sm" w="sm" type="none"/>
                  <a:tailEnd len="sm" w="sm" type="none"/>
                </a:ln>
              </p:spPr>
            </p:cxnSp>
            <p:sp>
              <p:nvSpPr>
                <p:cNvPr id="659" name="Google Shape;659;p63"/>
                <p:cNvSpPr/>
                <p:nvPr/>
              </p:nvSpPr>
              <p:spPr>
                <a:xfrm>
                  <a:off x="879227" y="41417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660" name="Google Shape;660;p63"/>
              <p:cNvCxnSpPr>
                <a:stCxn id="655" idx="3"/>
                <a:endCxn id="661" idx="0"/>
              </p:cNvCxnSpPr>
              <p:nvPr/>
            </p:nvCxnSpPr>
            <p:spPr>
              <a:xfrm>
                <a:off x="8132384" y="-68628"/>
                <a:ext cx="0" cy="712200"/>
              </a:xfrm>
              <a:prstGeom prst="straightConnector1">
                <a:avLst/>
              </a:prstGeom>
              <a:noFill/>
              <a:ln cap="flat" cmpd="sng" w="9525">
                <a:solidFill>
                  <a:schemeClr val="dk2"/>
                </a:solidFill>
                <a:prstDash val="solid"/>
                <a:round/>
                <a:headEnd len="sm" w="sm" type="none"/>
                <a:tailEnd len="sm" w="sm" type="none"/>
              </a:ln>
            </p:spPr>
          </p:cxnSp>
          <p:sp>
            <p:nvSpPr>
              <p:cNvPr id="661" name="Google Shape;661;p63"/>
              <p:cNvSpPr/>
              <p:nvPr/>
            </p:nvSpPr>
            <p:spPr>
              <a:xfrm>
                <a:off x="7469202" y="154428"/>
                <a:ext cx="307200" cy="2661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662" name="Google Shape;662;p63"/>
            <p:cNvGrpSpPr/>
            <p:nvPr/>
          </p:nvGrpSpPr>
          <p:grpSpPr>
            <a:xfrm>
              <a:off x="-266412" y="3745938"/>
              <a:ext cx="1835863" cy="1646533"/>
              <a:chOff x="8352175" y="-274150"/>
              <a:chExt cx="1835863" cy="1646533"/>
            </a:xfrm>
          </p:grpSpPr>
          <p:grpSp>
            <p:nvGrpSpPr>
              <p:cNvPr id="663" name="Google Shape;663;p63"/>
              <p:cNvGrpSpPr/>
              <p:nvPr/>
            </p:nvGrpSpPr>
            <p:grpSpPr>
              <a:xfrm>
                <a:off x="9314994" y="616216"/>
                <a:ext cx="873044" cy="756167"/>
                <a:chOff x="8022925" y="186250"/>
                <a:chExt cx="815700" cy="706500"/>
              </a:xfrm>
            </p:grpSpPr>
            <p:sp>
              <p:nvSpPr>
                <p:cNvPr id="664" name="Google Shape;664;p63"/>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65" name="Google Shape;665;p63"/>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66" name="Google Shape;666;p63"/>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667" name="Google Shape;667;p63"/>
              <p:cNvSpPr/>
              <p:nvPr/>
            </p:nvSpPr>
            <p:spPr>
              <a:xfrm>
                <a:off x="8383126" y="-206726"/>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68" name="Google Shape;668;p63"/>
              <p:cNvSpPr/>
              <p:nvPr/>
            </p:nvSpPr>
            <p:spPr>
              <a:xfrm>
                <a:off x="9118688" y="5905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669" name="Google Shape;669;p63"/>
              <p:cNvGrpSpPr/>
              <p:nvPr/>
            </p:nvGrpSpPr>
            <p:grpSpPr>
              <a:xfrm>
                <a:off x="8408775" y="-274150"/>
                <a:ext cx="906219" cy="1300800"/>
                <a:chOff x="6860600" y="1707050"/>
                <a:chExt cx="906219" cy="1300800"/>
              </a:xfrm>
            </p:grpSpPr>
            <p:grpSp>
              <p:nvGrpSpPr>
                <p:cNvPr id="670" name="Google Shape;670;p63"/>
                <p:cNvGrpSpPr/>
                <p:nvPr/>
              </p:nvGrpSpPr>
              <p:grpSpPr>
                <a:xfrm>
                  <a:off x="6860600" y="2285500"/>
                  <a:ext cx="906219" cy="722350"/>
                  <a:chOff x="6860600" y="2285500"/>
                  <a:chExt cx="906219" cy="722350"/>
                </a:xfrm>
              </p:grpSpPr>
              <p:cxnSp>
                <p:nvCxnSpPr>
                  <p:cNvPr id="671" name="Google Shape;671;p63"/>
                  <p:cNvCxnSpPr>
                    <a:stCxn id="664"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672" name="Google Shape;672;p63"/>
                  <p:cNvGrpSpPr/>
                  <p:nvPr/>
                </p:nvGrpSpPr>
                <p:grpSpPr>
                  <a:xfrm>
                    <a:off x="6860600" y="2285500"/>
                    <a:ext cx="755625" cy="690000"/>
                    <a:chOff x="6860600" y="2285500"/>
                    <a:chExt cx="755625" cy="690000"/>
                  </a:xfrm>
                </p:grpSpPr>
                <p:cxnSp>
                  <p:nvCxnSpPr>
                    <p:cNvPr id="673" name="Google Shape;673;p63"/>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674" name="Google Shape;674;p63"/>
                    <p:cNvCxnSpPr/>
                    <p:nvPr/>
                  </p:nvCxnSpPr>
                  <p:spPr>
                    <a:xfrm rot="10800000">
                      <a:off x="6860600" y="2289200"/>
                      <a:ext cx="405900" cy="0"/>
                    </a:xfrm>
                    <a:prstGeom prst="straightConnector1">
                      <a:avLst/>
                    </a:prstGeom>
                    <a:noFill/>
                    <a:ln cap="flat" cmpd="sng" w="9525">
                      <a:solidFill>
                        <a:schemeClr val="dk2"/>
                      </a:solidFill>
                      <a:prstDash val="solid"/>
                      <a:round/>
                      <a:headEnd len="sm" w="sm" type="none"/>
                      <a:tailEnd len="sm" w="sm" type="none"/>
                    </a:ln>
                  </p:spPr>
                </p:cxnSp>
              </p:grpSp>
              <p:sp>
                <p:nvSpPr>
                  <p:cNvPr id="675" name="Google Shape;675;p63"/>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676" name="Google Shape;676;p63"/>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677" name="Google Shape;677;p63"/>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678" name="Google Shape;678;p63"/>
              <p:cNvSpPr/>
              <p:nvPr/>
            </p:nvSpPr>
            <p:spPr>
              <a:xfrm>
                <a:off x="8352175" y="2686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79" name="Google Shape;679;p63"/>
              <p:cNvSpPr/>
              <p:nvPr/>
            </p:nvSpPr>
            <p:spPr>
              <a:xfrm>
                <a:off x="8504977" y="4267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680" name="Google Shape;680;p63"/>
            <p:cNvGrpSpPr/>
            <p:nvPr/>
          </p:nvGrpSpPr>
          <p:grpSpPr>
            <a:xfrm flipH="1">
              <a:off x="8430776" y="169275"/>
              <a:ext cx="1141616" cy="1740595"/>
              <a:chOff x="-377824" y="3323825"/>
              <a:chExt cx="1141616" cy="1740595"/>
            </a:xfrm>
          </p:grpSpPr>
          <p:grpSp>
            <p:nvGrpSpPr>
              <p:cNvPr id="681" name="Google Shape;681;p63"/>
              <p:cNvGrpSpPr/>
              <p:nvPr/>
            </p:nvGrpSpPr>
            <p:grpSpPr>
              <a:xfrm>
                <a:off x="-377824" y="3991865"/>
                <a:ext cx="1141616" cy="1072555"/>
                <a:chOff x="4046769" y="1482116"/>
                <a:chExt cx="1390180" cy="1306082"/>
              </a:xfrm>
            </p:grpSpPr>
            <p:grpSp>
              <p:nvGrpSpPr>
                <p:cNvPr id="682" name="Google Shape;682;p63"/>
                <p:cNvGrpSpPr/>
                <p:nvPr/>
              </p:nvGrpSpPr>
              <p:grpSpPr>
                <a:xfrm>
                  <a:off x="4046769" y="1482116"/>
                  <a:ext cx="1180258" cy="756167"/>
                  <a:chOff x="4046769" y="1482116"/>
                  <a:chExt cx="1180258" cy="756167"/>
                </a:xfrm>
              </p:grpSpPr>
              <p:grpSp>
                <p:nvGrpSpPr>
                  <p:cNvPr id="683" name="Google Shape;683;p63"/>
                  <p:cNvGrpSpPr/>
                  <p:nvPr/>
                </p:nvGrpSpPr>
                <p:grpSpPr>
                  <a:xfrm>
                    <a:off x="4046769" y="1482116"/>
                    <a:ext cx="873044" cy="756167"/>
                    <a:chOff x="8022925" y="186250"/>
                    <a:chExt cx="815700" cy="706500"/>
                  </a:xfrm>
                </p:grpSpPr>
                <p:sp>
                  <p:nvSpPr>
                    <p:cNvPr id="684" name="Google Shape;684;p63"/>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85" name="Google Shape;685;p63"/>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86" name="Google Shape;686;p63"/>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687" name="Google Shape;687;p63"/>
                  <p:cNvSpPr/>
                  <p:nvPr/>
                </p:nvSpPr>
                <p:spPr>
                  <a:xfrm>
                    <a:off x="4919827" y="195357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88" name="Google Shape;688;p63"/>
                  <p:cNvSpPr/>
                  <p:nvPr/>
                </p:nvSpPr>
                <p:spPr>
                  <a:xfrm>
                    <a:off x="4981813" y="15413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689" name="Google Shape;689;p63"/>
                <p:cNvCxnSpPr>
                  <a:stCxn id="684" idx="1"/>
                  <a:endCxn id="690" idx="3"/>
                </p:cNvCxnSpPr>
                <p:nvPr/>
              </p:nvCxnSpPr>
              <p:spPr>
                <a:xfrm>
                  <a:off x="4730771" y="2238283"/>
                  <a:ext cx="206400" cy="333600"/>
                </a:xfrm>
                <a:prstGeom prst="straightConnector1">
                  <a:avLst/>
                </a:prstGeom>
                <a:noFill/>
                <a:ln cap="flat" cmpd="sng" w="9525">
                  <a:solidFill>
                    <a:schemeClr val="dk2"/>
                  </a:solidFill>
                  <a:prstDash val="solid"/>
                  <a:round/>
                  <a:headEnd len="sm" w="sm" type="none"/>
                  <a:tailEnd len="sm" w="sm" type="none"/>
                </a:ln>
              </p:spPr>
            </p:cxnSp>
            <p:sp>
              <p:nvSpPr>
                <p:cNvPr id="690" name="Google Shape;690;p63"/>
                <p:cNvSpPr/>
                <p:nvPr/>
              </p:nvSpPr>
              <p:spPr>
                <a:xfrm>
                  <a:off x="4937149" y="2355298"/>
                  <a:ext cx="499800" cy="4329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91" name="Google Shape;691;p63"/>
                <p:cNvSpPr/>
                <p:nvPr/>
              </p:nvSpPr>
              <p:spPr>
                <a:xfrm>
                  <a:off x="4988000" y="2399325"/>
                  <a:ext cx="398100" cy="345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692" name="Google Shape;692;p63"/>
              <p:cNvSpPr/>
              <p:nvPr/>
            </p:nvSpPr>
            <p:spPr>
              <a:xfrm>
                <a:off x="-70275" y="3323825"/>
                <a:ext cx="595500" cy="5157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693" name="Google Shape;693;p63"/>
              <p:cNvSpPr/>
              <p:nvPr/>
            </p:nvSpPr>
            <p:spPr>
              <a:xfrm>
                <a:off x="14475" y="3397200"/>
                <a:ext cx="426000" cy="3690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694" name="Shape 694"/>
        <p:cNvGrpSpPr/>
        <p:nvPr/>
      </p:nvGrpSpPr>
      <p:grpSpPr>
        <a:xfrm>
          <a:off x="0" y="0"/>
          <a:ext cx="0" cy="0"/>
          <a:chOff x="0" y="0"/>
          <a:chExt cx="0" cy="0"/>
        </a:xfrm>
      </p:grpSpPr>
      <p:sp>
        <p:nvSpPr>
          <p:cNvPr id="695" name="Google Shape;695;p6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96" name="Google Shape;696;p64"/>
          <p:cNvSpPr txBox="1"/>
          <p:nvPr>
            <p:ph idx="1" type="subTitle"/>
          </p:nvPr>
        </p:nvSpPr>
        <p:spPr>
          <a:xfrm>
            <a:off x="1114552" y="2093303"/>
            <a:ext cx="1975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697" name="Google Shape;697;p64"/>
          <p:cNvSpPr txBox="1"/>
          <p:nvPr>
            <p:ph idx="2" type="subTitle"/>
          </p:nvPr>
        </p:nvSpPr>
        <p:spPr>
          <a:xfrm>
            <a:off x="3584400" y="2093303"/>
            <a:ext cx="1975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698" name="Google Shape;698;p64"/>
          <p:cNvSpPr txBox="1"/>
          <p:nvPr>
            <p:ph idx="3" type="subTitle"/>
          </p:nvPr>
        </p:nvSpPr>
        <p:spPr>
          <a:xfrm>
            <a:off x="1114552" y="3523528"/>
            <a:ext cx="1975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699" name="Google Shape;699;p64"/>
          <p:cNvSpPr txBox="1"/>
          <p:nvPr>
            <p:ph idx="4" type="subTitle"/>
          </p:nvPr>
        </p:nvSpPr>
        <p:spPr>
          <a:xfrm>
            <a:off x="3584400" y="3523528"/>
            <a:ext cx="1975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700" name="Google Shape;700;p64"/>
          <p:cNvSpPr txBox="1"/>
          <p:nvPr>
            <p:ph idx="5" type="subTitle"/>
          </p:nvPr>
        </p:nvSpPr>
        <p:spPr>
          <a:xfrm>
            <a:off x="6054248" y="2093303"/>
            <a:ext cx="1975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701" name="Google Shape;701;p64"/>
          <p:cNvSpPr txBox="1"/>
          <p:nvPr>
            <p:ph idx="6" type="subTitle"/>
          </p:nvPr>
        </p:nvSpPr>
        <p:spPr>
          <a:xfrm>
            <a:off x="6054248" y="3523528"/>
            <a:ext cx="1975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702" name="Google Shape;702;p64"/>
          <p:cNvSpPr txBox="1"/>
          <p:nvPr>
            <p:ph idx="7" type="subTitle"/>
          </p:nvPr>
        </p:nvSpPr>
        <p:spPr>
          <a:xfrm>
            <a:off x="1113052" y="1656770"/>
            <a:ext cx="19782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Archivo"/>
              <a:buNone/>
              <a:defRPr b="1" sz="2000">
                <a:solidFill>
                  <a:schemeClr val="dk1"/>
                </a:solidFill>
                <a:latin typeface="Archivo"/>
                <a:ea typeface="Archivo"/>
                <a:cs typeface="Archivo"/>
                <a:sym typeface="Archivo"/>
              </a:defRPr>
            </a:lvl1pPr>
            <a:lvl2pPr lvl="1" algn="ctr">
              <a:lnSpc>
                <a:spcPct val="115000"/>
              </a:lnSpc>
              <a:spcBef>
                <a:spcPts val="0"/>
              </a:spcBef>
              <a:spcAft>
                <a:spcPts val="0"/>
              </a:spcAft>
              <a:buSzPts val="2400"/>
              <a:buFont typeface="Archivo"/>
              <a:buNone/>
              <a:defRPr b="1" sz="2400">
                <a:latin typeface="Archivo"/>
                <a:ea typeface="Archivo"/>
                <a:cs typeface="Archivo"/>
                <a:sym typeface="Archivo"/>
              </a:defRPr>
            </a:lvl2pPr>
            <a:lvl3pPr lvl="2" algn="ctr">
              <a:lnSpc>
                <a:spcPct val="115000"/>
              </a:lnSpc>
              <a:spcBef>
                <a:spcPts val="0"/>
              </a:spcBef>
              <a:spcAft>
                <a:spcPts val="0"/>
              </a:spcAft>
              <a:buSzPts val="2400"/>
              <a:buFont typeface="Archivo"/>
              <a:buNone/>
              <a:defRPr b="1" sz="2400">
                <a:latin typeface="Archivo"/>
                <a:ea typeface="Archivo"/>
                <a:cs typeface="Archivo"/>
                <a:sym typeface="Archivo"/>
              </a:defRPr>
            </a:lvl3pPr>
            <a:lvl4pPr lvl="3" algn="ctr">
              <a:lnSpc>
                <a:spcPct val="115000"/>
              </a:lnSpc>
              <a:spcBef>
                <a:spcPts val="0"/>
              </a:spcBef>
              <a:spcAft>
                <a:spcPts val="0"/>
              </a:spcAft>
              <a:buSzPts val="2400"/>
              <a:buFont typeface="Archivo"/>
              <a:buNone/>
              <a:defRPr b="1" sz="2400">
                <a:latin typeface="Archivo"/>
                <a:ea typeface="Archivo"/>
                <a:cs typeface="Archivo"/>
                <a:sym typeface="Archivo"/>
              </a:defRPr>
            </a:lvl4pPr>
            <a:lvl5pPr lvl="4" algn="ctr">
              <a:lnSpc>
                <a:spcPct val="115000"/>
              </a:lnSpc>
              <a:spcBef>
                <a:spcPts val="0"/>
              </a:spcBef>
              <a:spcAft>
                <a:spcPts val="0"/>
              </a:spcAft>
              <a:buSzPts val="2400"/>
              <a:buFont typeface="Archivo"/>
              <a:buNone/>
              <a:defRPr b="1" sz="2400">
                <a:latin typeface="Archivo"/>
                <a:ea typeface="Archivo"/>
                <a:cs typeface="Archivo"/>
                <a:sym typeface="Archivo"/>
              </a:defRPr>
            </a:lvl5pPr>
            <a:lvl6pPr lvl="5" algn="ctr">
              <a:lnSpc>
                <a:spcPct val="115000"/>
              </a:lnSpc>
              <a:spcBef>
                <a:spcPts val="0"/>
              </a:spcBef>
              <a:spcAft>
                <a:spcPts val="0"/>
              </a:spcAft>
              <a:buSzPts val="2400"/>
              <a:buFont typeface="Archivo"/>
              <a:buNone/>
              <a:defRPr b="1" sz="2400">
                <a:latin typeface="Archivo"/>
                <a:ea typeface="Archivo"/>
                <a:cs typeface="Archivo"/>
                <a:sym typeface="Archivo"/>
              </a:defRPr>
            </a:lvl6pPr>
            <a:lvl7pPr lvl="6" algn="ctr">
              <a:lnSpc>
                <a:spcPct val="115000"/>
              </a:lnSpc>
              <a:spcBef>
                <a:spcPts val="0"/>
              </a:spcBef>
              <a:spcAft>
                <a:spcPts val="0"/>
              </a:spcAft>
              <a:buSzPts val="2400"/>
              <a:buFont typeface="Archivo"/>
              <a:buNone/>
              <a:defRPr b="1" sz="2400">
                <a:latin typeface="Archivo"/>
                <a:ea typeface="Archivo"/>
                <a:cs typeface="Archivo"/>
                <a:sym typeface="Archivo"/>
              </a:defRPr>
            </a:lvl7pPr>
            <a:lvl8pPr lvl="7" algn="ctr">
              <a:lnSpc>
                <a:spcPct val="115000"/>
              </a:lnSpc>
              <a:spcBef>
                <a:spcPts val="0"/>
              </a:spcBef>
              <a:spcAft>
                <a:spcPts val="0"/>
              </a:spcAft>
              <a:buSzPts val="2400"/>
              <a:buFont typeface="Archivo"/>
              <a:buNone/>
              <a:defRPr b="1" sz="2400">
                <a:latin typeface="Archivo"/>
                <a:ea typeface="Archivo"/>
                <a:cs typeface="Archivo"/>
                <a:sym typeface="Archivo"/>
              </a:defRPr>
            </a:lvl8pPr>
            <a:lvl9pPr lvl="8" algn="ctr">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sp>
        <p:nvSpPr>
          <p:cNvPr id="703" name="Google Shape;703;p64"/>
          <p:cNvSpPr txBox="1"/>
          <p:nvPr>
            <p:ph idx="8" type="subTitle"/>
          </p:nvPr>
        </p:nvSpPr>
        <p:spPr>
          <a:xfrm>
            <a:off x="3582900" y="1656770"/>
            <a:ext cx="19782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Archivo"/>
              <a:buNone/>
              <a:defRPr b="1" sz="2000">
                <a:solidFill>
                  <a:schemeClr val="dk1"/>
                </a:solidFill>
                <a:latin typeface="Archivo"/>
                <a:ea typeface="Archivo"/>
                <a:cs typeface="Archivo"/>
                <a:sym typeface="Archivo"/>
              </a:defRPr>
            </a:lvl1pPr>
            <a:lvl2pPr lvl="1" algn="ctr">
              <a:lnSpc>
                <a:spcPct val="115000"/>
              </a:lnSpc>
              <a:spcBef>
                <a:spcPts val="0"/>
              </a:spcBef>
              <a:spcAft>
                <a:spcPts val="0"/>
              </a:spcAft>
              <a:buSzPts val="2400"/>
              <a:buFont typeface="Archivo"/>
              <a:buNone/>
              <a:defRPr b="1" sz="2400">
                <a:latin typeface="Archivo"/>
                <a:ea typeface="Archivo"/>
                <a:cs typeface="Archivo"/>
                <a:sym typeface="Archivo"/>
              </a:defRPr>
            </a:lvl2pPr>
            <a:lvl3pPr lvl="2" algn="ctr">
              <a:lnSpc>
                <a:spcPct val="115000"/>
              </a:lnSpc>
              <a:spcBef>
                <a:spcPts val="0"/>
              </a:spcBef>
              <a:spcAft>
                <a:spcPts val="0"/>
              </a:spcAft>
              <a:buSzPts val="2400"/>
              <a:buFont typeface="Archivo"/>
              <a:buNone/>
              <a:defRPr b="1" sz="2400">
                <a:latin typeface="Archivo"/>
                <a:ea typeface="Archivo"/>
                <a:cs typeface="Archivo"/>
                <a:sym typeface="Archivo"/>
              </a:defRPr>
            </a:lvl3pPr>
            <a:lvl4pPr lvl="3" algn="ctr">
              <a:lnSpc>
                <a:spcPct val="115000"/>
              </a:lnSpc>
              <a:spcBef>
                <a:spcPts val="0"/>
              </a:spcBef>
              <a:spcAft>
                <a:spcPts val="0"/>
              </a:spcAft>
              <a:buSzPts val="2400"/>
              <a:buFont typeface="Archivo"/>
              <a:buNone/>
              <a:defRPr b="1" sz="2400">
                <a:latin typeface="Archivo"/>
                <a:ea typeface="Archivo"/>
                <a:cs typeface="Archivo"/>
                <a:sym typeface="Archivo"/>
              </a:defRPr>
            </a:lvl4pPr>
            <a:lvl5pPr lvl="4" algn="ctr">
              <a:lnSpc>
                <a:spcPct val="115000"/>
              </a:lnSpc>
              <a:spcBef>
                <a:spcPts val="0"/>
              </a:spcBef>
              <a:spcAft>
                <a:spcPts val="0"/>
              </a:spcAft>
              <a:buSzPts val="2400"/>
              <a:buFont typeface="Archivo"/>
              <a:buNone/>
              <a:defRPr b="1" sz="2400">
                <a:latin typeface="Archivo"/>
                <a:ea typeface="Archivo"/>
                <a:cs typeface="Archivo"/>
                <a:sym typeface="Archivo"/>
              </a:defRPr>
            </a:lvl5pPr>
            <a:lvl6pPr lvl="5" algn="ctr">
              <a:lnSpc>
                <a:spcPct val="115000"/>
              </a:lnSpc>
              <a:spcBef>
                <a:spcPts val="0"/>
              </a:spcBef>
              <a:spcAft>
                <a:spcPts val="0"/>
              </a:spcAft>
              <a:buSzPts val="2400"/>
              <a:buFont typeface="Archivo"/>
              <a:buNone/>
              <a:defRPr b="1" sz="2400">
                <a:latin typeface="Archivo"/>
                <a:ea typeface="Archivo"/>
                <a:cs typeface="Archivo"/>
                <a:sym typeface="Archivo"/>
              </a:defRPr>
            </a:lvl6pPr>
            <a:lvl7pPr lvl="6" algn="ctr">
              <a:lnSpc>
                <a:spcPct val="115000"/>
              </a:lnSpc>
              <a:spcBef>
                <a:spcPts val="0"/>
              </a:spcBef>
              <a:spcAft>
                <a:spcPts val="0"/>
              </a:spcAft>
              <a:buSzPts val="2400"/>
              <a:buFont typeface="Archivo"/>
              <a:buNone/>
              <a:defRPr b="1" sz="2400">
                <a:latin typeface="Archivo"/>
                <a:ea typeface="Archivo"/>
                <a:cs typeface="Archivo"/>
                <a:sym typeface="Archivo"/>
              </a:defRPr>
            </a:lvl7pPr>
            <a:lvl8pPr lvl="7" algn="ctr">
              <a:lnSpc>
                <a:spcPct val="115000"/>
              </a:lnSpc>
              <a:spcBef>
                <a:spcPts val="0"/>
              </a:spcBef>
              <a:spcAft>
                <a:spcPts val="0"/>
              </a:spcAft>
              <a:buSzPts val="2400"/>
              <a:buFont typeface="Archivo"/>
              <a:buNone/>
              <a:defRPr b="1" sz="2400">
                <a:latin typeface="Archivo"/>
                <a:ea typeface="Archivo"/>
                <a:cs typeface="Archivo"/>
                <a:sym typeface="Archivo"/>
              </a:defRPr>
            </a:lvl8pPr>
            <a:lvl9pPr lvl="8" algn="ctr">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sp>
        <p:nvSpPr>
          <p:cNvPr id="704" name="Google Shape;704;p64"/>
          <p:cNvSpPr txBox="1"/>
          <p:nvPr>
            <p:ph idx="9" type="subTitle"/>
          </p:nvPr>
        </p:nvSpPr>
        <p:spPr>
          <a:xfrm>
            <a:off x="6052748" y="1656770"/>
            <a:ext cx="19782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Archivo"/>
              <a:buNone/>
              <a:defRPr b="1" sz="2000">
                <a:solidFill>
                  <a:schemeClr val="dk1"/>
                </a:solidFill>
                <a:latin typeface="Archivo"/>
                <a:ea typeface="Archivo"/>
                <a:cs typeface="Archivo"/>
                <a:sym typeface="Archivo"/>
              </a:defRPr>
            </a:lvl1pPr>
            <a:lvl2pPr lvl="1" algn="ctr">
              <a:lnSpc>
                <a:spcPct val="115000"/>
              </a:lnSpc>
              <a:spcBef>
                <a:spcPts val="0"/>
              </a:spcBef>
              <a:spcAft>
                <a:spcPts val="0"/>
              </a:spcAft>
              <a:buSzPts val="2400"/>
              <a:buFont typeface="Archivo"/>
              <a:buNone/>
              <a:defRPr b="1" sz="2400">
                <a:latin typeface="Archivo"/>
                <a:ea typeface="Archivo"/>
                <a:cs typeface="Archivo"/>
                <a:sym typeface="Archivo"/>
              </a:defRPr>
            </a:lvl2pPr>
            <a:lvl3pPr lvl="2" algn="ctr">
              <a:lnSpc>
                <a:spcPct val="115000"/>
              </a:lnSpc>
              <a:spcBef>
                <a:spcPts val="0"/>
              </a:spcBef>
              <a:spcAft>
                <a:spcPts val="0"/>
              </a:spcAft>
              <a:buSzPts val="2400"/>
              <a:buFont typeface="Archivo"/>
              <a:buNone/>
              <a:defRPr b="1" sz="2400">
                <a:latin typeface="Archivo"/>
                <a:ea typeface="Archivo"/>
                <a:cs typeface="Archivo"/>
                <a:sym typeface="Archivo"/>
              </a:defRPr>
            </a:lvl3pPr>
            <a:lvl4pPr lvl="3" algn="ctr">
              <a:lnSpc>
                <a:spcPct val="115000"/>
              </a:lnSpc>
              <a:spcBef>
                <a:spcPts val="0"/>
              </a:spcBef>
              <a:spcAft>
                <a:spcPts val="0"/>
              </a:spcAft>
              <a:buSzPts val="2400"/>
              <a:buFont typeface="Archivo"/>
              <a:buNone/>
              <a:defRPr b="1" sz="2400">
                <a:latin typeface="Archivo"/>
                <a:ea typeface="Archivo"/>
                <a:cs typeface="Archivo"/>
                <a:sym typeface="Archivo"/>
              </a:defRPr>
            </a:lvl4pPr>
            <a:lvl5pPr lvl="4" algn="ctr">
              <a:lnSpc>
                <a:spcPct val="115000"/>
              </a:lnSpc>
              <a:spcBef>
                <a:spcPts val="0"/>
              </a:spcBef>
              <a:spcAft>
                <a:spcPts val="0"/>
              </a:spcAft>
              <a:buSzPts val="2400"/>
              <a:buFont typeface="Archivo"/>
              <a:buNone/>
              <a:defRPr b="1" sz="2400">
                <a:latin typeface="Archivo"/>
                <a:ea typeface="Archivo"/>
                <a:cs typeface="Archivo"/>
                <a:sym typeface="Archivo"/>
              </a:defRPr>
            </a:lvl5pPr>
            <a:lvl6pPr lvl="5" algn="ctr">
              <a:lnSpc>
                <a:spcPct val="115000"/>
              </a:lnSpc>
              <a:spcBef>
                <a:spcPts val="0"/>
              </a:spcBef>
              <a:spcAft>
                <a:spcPts val="0"/>
              </a:spcAft>
              <a:buSzPts val="2400"/>
              <a:buFont typeface="Archivo"/>
              <a:buNone/>
              <a:defRPr b="1" sz="2400">
                <a:latin typeface="Archivo"/>
                <a:ea typeface="Archivo"/>
                <a:cs typeface="Archivo"/>
                <a:sym typeface="Archivo"/>
              </a:defRPr>
            </a:lvl6pPr>
            <a:lvl7pPr lvl="6" algn="ctr">
              <a:lnSpc>
                <a:spcPct val="115000"/>
              </a:lnSpc>
              <a:spcBef>
                <a:spcPts val="0"/>
              </a:spcBef>
              <a:spcAft>
                <a:spcPts val="0"/>
              </a:spcAft>
              <a:buSzPts val="2400"/>
              <a:buFont typeface="Archivo"/>
              <a:buNone/>
              <a:defRPr b="1" sz="2400">
                <a:latin typeface="Archivo"/>
                <a:ea typeface="Archivo"/>
                <a:cs typeface="Archivo"/>
                <a:sym typeface="Archivo"/>
              </a:defRPr>
            </a:lvl7pPr>
            <a:lvl8pPr lvl="7" algn="ctr">
              <a:lnSpc>
                <a:spcPct val="115000"/>
              </a:lnSpc>
              <a:spcBef>
                <a:spcPts val="0"/>
              </a:spcBef>
              <a:spcAft>
                <a:spcPts val="0"/>
              </a:spcAft>
              <a:buSzPts val="2400"/>
              <a:buFont typeface="Archivo"/>
              <a:buNone/>
              <a:defRPr b="1" sz="2400">
                <a:latin typeface="Archivo"/>
                <a:ea typeface="Archivo"/>
                <a:cs typeface="Archivo"/>
                <a:sym typeface="Archivo"/>
              </a:defRPr>
            </a:lvl8pPr>
            <a:lvl9pPr lvl="8" algn="ctr">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sp>
        <p:nvSpPr>
          <p:cNvPr id="705" name="Google Shape;705;p64"/>
          <p:cNvSpPr txBox="1"/>
          <p:nvPr>
            <p:ph idx="13" type="subTitle"/>
          </p:nvPr>
        </p:nvSpPr>
        <p:spPr>
          <a:xfrm>
            <a:off x="1113052" y="3086800"/>
            <a:ext cx="19782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Archivo"/>
              <a:buNone/>
              <a:defRPr b="1" sz="2000">
                <a:solidFill>
                  <a:schemeClr val="dk1"/>
                </a:solidFill>
                <a:latin typeface="Archivo"/>
                <a:ea typeface="Archivo"/>
                <a:cs typeface="Archivo"/>
                <a:sym typeface="Archivo"/>
              </a:defRPr>
            </a:lvl1pPr>
            <a:lvl2pPr lvl="1" algn="ctr">
              <a:lnSpc>
                <a:spcPct val="115000"/>
              </a:lnSpc>
              <a:spcBef>
                <a:spcPts val="0"/>
              </a:spcBef>
              <a:spcAft>
                <a:spcPts val="0"/>
              </a:spcAft>
              <a:buSzPts val="2400"/>
              <a:buFont typeface="Archivo"/>
              <a:buNone/>
              <a:defRPr b="1" sz="2400">
                <a:latin typeface="Archivo"/>
                <a:ea typeface="Archivo"/>
                <a:cs typeface="Archivo"/>
                <a:sym typeface="Archivo"/>
              </a:defRPr>
            </a:lvl2pPr>
            <a:lvl3pPr lvl="2" algn="ctr">
              <a:lnSpc>
                <a:spcPct val="115000"/>
              </a:lnSpc>
              <a:spcBef>
                <a:spcPts val="0"/>
              </a:spcBef>
              <a:spcAft>
                <a:spcPts val="0"/>
              </a:spcAft>
              <a:buSzPts val="2400"/>
              <a:buFont typeface="Archivo"/>
              <a:buNone/>
              <a:defRPr b="1" sz="2400">
                <a:latin typeface="Archivo"/>
                <a:ea typeface="Archivo"/>
                <a:cs typeface="Archivo"/>
                <a:sym typeface="Archivo"/>
              </a:defRPr>
            </a:lvl3pPr>
            <a:lvl4pPr lvl="3" algn="ctr">
              <a:lnSpc>
                <a:spcPct val="115000"/>
              </a:lnSpc>
              <a:spcBef>
                <a:spcPts val="0"/>
              </a:spcBef>
              <a:spcAft>
                <a:spcPts val="0"/>
              </a:spcAft>
              <a:buSzPts val="2400"/>
              <a:buFont typeface="Archivo"/>
              <a:buNone/>
              <a:defRPr b="1" sz="2400">
                <a:latin typeface="Archivo"/>
                <a:ea typeface="Archivo"/>
                <a:cs typeface="Archivo"/>
                <a:sym typeface="Archivo"/>
              </a:defRPr>
            </a:lvl4pPr>
            <a:lvl5pPr lvl="4" algn="ctr">
              <a:lnSpc>
                <a:spcPct val="115000"/>
              </a:lnSpc>
              <a:spcBef>
                <a:spcPts val="0"/>
              </a:spcBef>
              <a:spcAft>
                <a:spcPts val="0"/>
              </a:spcAft>
              <a:buSzPts val="2400"/>
              <a:buFont typeface="Archivo"/>
              <a:buNone/>
              <a:defRPr b="1" sz="2400">
                <a:latin typeface="Archivo"/>
                <a:ea typeface="Archivo"/>
                <a:cs typeface="Archivo"/>
                <a:sym typeface="Archivo"/>
              </a:defRPr>
            </a:lvl5pPr>
            <a:lvl6pPr lvl="5" algn="ctr">
              <a:lnSpc>
                <a:spcPct val="115000"/>
              </a:lnSpc>
              <a:spcBef>
                <a:spcPts val="0"/>
              </a:spcBef>
              <a:spcAft>
                <a:spcPts val="0"/>
              </a:spcAft>
              <a:buSzPts val="2400"/>
              <a:buFont typeface="Archivo"/>
              <a:buNone/>
              <a:defRPr b="1" sz="2400">
                <a:latin typeface="Archivo"/>
                <a:ea typeface="Archivo"/>
                <a:cs typeface="Archivo"/>
                <a:sym typeface="Archivo"/>
              </a:defRPr>
            </a:lvl6pPr>
            <a:lvl7pPr lvl="6" algn="ctr">
              <a:lnSpc>
                <a:spcPct val="115000"/>
              </a:lnSpc>
              <a:spcBef>
                <a:spcPts val="0"/>
              </a:spcBef>
              <a:spcAft>
                <a:spcPts val="0"/>
              </a:spcAft>
              <a:buSzPts val="2400"/>
              <a:buFont typeface="Archivo"/>
              <a:buNone/>
              <a:defRPr b="1" sz="2400">
                <a:latin typeface="Archivo"/>
                <a:ea typeface="Archivo"/>
                <a:cs typeface="Archivo"/>
                <a:sym typeface="Archivo"/>
              </a:defRPr>
            </a:lvl7pPr>
            <a:lvl8pPr lvl="7" algn="ctr">
              <a:lnSpc>
                <a:spcPct val="115000"/>
              </a:lnSpc>
              <a:spcBef>
                <a:spcPts val="0"/>
              </a:spcBef>
              <a:spcAft>
                <a:spcPts val="0"/>
              </a:spcAft>
              <a:buSzPts val="2400"/>
              <a:buFont typeface="Archivo"/>
              <a:buNone/>
              <a:defRPr b="1" sz="2400">
                <a:latin typeface="Archivo"/>
                <a:ea typeface="Archivo"/>
                <a:cs typeface="Archivo"/>
                <a:sym typeface="Archivo"/>
              </a:defRPr>
            </a:lvl8pPr>
            <a:lvl9pPr lvl="8" algn="ctr">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sp>
        <p:nvSpPr>
          <p:cNvPr id="706" name="Google Shape;706;p64"/>
          <p:cNvSpPr txBox="1"/>
          <p:nvPr>
            <p:ph idx="14" type="subTitle"/>
          </p:nvPr>
        </p:nvSpPr>
        <p:spPr>
          <a:xfrm>
            <a:off x="3582900" y="3086800"/>
            <a:ext cx="19782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Archivo"/>
              <a:buNone/>
              <a:defRPr b="1" sz="2000">
                <a:solidFill>
                  <a:schemeClr val="dk1"/>
                </a:solidFill>
                <a:latin typeface="Archivo"/>
                <a:ea typeface="Archivo"/>
                <a:cs typeface="Archivo"/>
                <a:sym typeface="Archivo"/>
              </a:defRPr>
            </a:lvl1pPr>
            <a:lvl2pPr lvl="1" algn="ctr">
              <a:lnSpc>
                <a:spcPct val="115000"/>
              </a:lnSpc>
              <a:spcBef>
                <a:spcPts val="0"/>
              </a:spcBef>
              <a:spcAft>
                <a:spcPts val="0"/>
              </a:spcAft>
              <a:buSzPts val="2400"/>
              <a:buFont typeface="Archivo"/>
              <a:buNone/>
              <a:defRPr b="1" sz="2400">
                <a:latin typeface="Archivo"/>
                <a:ea typeface="Archivo"/>
                <a:cs typeface="Archivo"/>
                <a:sym typeface="Archivo"/>
              </a:defRPr>
            </a:lvl2pPr>
            <a:lvl3pPr lvl="2" algn="ctr">
              <a:lnSpc>
                <a:spcPct val="115000"/>
              </a:lnSpc>
              <a:spcBef>
                <a:spcPts val="0"/>
              </a:spcBef>
              <a:spcAft>
                <a:spcPts val="0"/>
              </a:spcAft>
              <a:buSzPts val="2400"/>
              <a:buFont typeface="Archivo"/>
              <a:buNone/>
              <a:defRPr b="1" sz="2400">
                <a:latin typeface="Archivo"/>
                <a:ea typeface="Archivo"/>
                <a:cs typeface="Archivo"/>
                <a:sym typeface="Archivo"/>
              </a:defRPr>
            </a:lvl3pPr>
            <a:lvl4pPr lvl="3" algn="ctr">
              <a:lnSpc>
                <a:spcPct val="115000"/>
              </a:lnSpc>
              <a:spcBef>
                <a:spcPts val="0"/>
              </a:spcBef>
              <a:spcAft>
                <a:spcPts val="0"/>
              </a:spcAft>
              <a:buSzPts val="2400"/>
              <a:buFont typeface="Archivo"/>
              <a:buNone/>
              <a:defRPr b="1" sz="2400">
                <a:latin typeface="Archivo"/>
                <a:ea typeface="Archivo"/>
                <a:cs typeface="Archivo"/>
                <a:sym typeface="Archivo"/>
              </a:defRPr>
            </a:lvl4pPr>
            <a:lvl5pPr lvl="4" algn="ctr">
              <a:lnSpc>
                <a:spcPct val="115000"/>
              </a:lnSpc>
              <a:spcBef>
                <a:spcPts val="0"/>
              </a:spcBef>
              <a:spcAft>
                <a:spcPts val="0"/>
              </a:spcAft>
              <a:buSzPts val="2400"/>
              <a:buFont typeface="Archivo"/>
              <a:buNone/>
              <a:defRPr b="1" sz="2400">
                <a:latin typeface="Archivo"/>
                <a:ea typeface="Archivo"/>
                <a:cs typeface="Archivo"/>
                <a:sym typeface="Archivo"/>
              </a:defRPr>
            </a:lvl5pPr>
            <a:lvl6pPr lvl="5" algn="ctr">
              <a:lnSpc>
                <a:spcPct val="115000"/>
              </a:lnSpc>
              <a:spcBef>
                <a:spcPts val="0"/>
              </a:spcBef>
              <a:spcAft>
                <a:spcPts val="0"/>
              </a:spcAft>
              <a:buSzPts val="2400"/>
              <a:buFont typeface="Archivo"/>
              <a:buNone/>
              <a:defRPr b="1" sz="2400">
                <a:latin typeface="Archivo"/>
                <a:ea typeface="Archivo"/>
                <a:cs typeface="Archivo"/>
                <a:sym typeface="Archivo"/>
              </a:defRPr>
            </a:lvl6pPr>
            <a:lvl7pPr lvl="6" algn="ctr">
              <a:lnSpc>
                <a:spcPct val="115000"/>
              </a:lnSpc>
              <a:spcBef>
                <a:spcPts val="0"/>
              </a:spcBef>
              <a:spcAft>
                <a:spcPts val="0"/>
              </a:spcAft>
              <a:buSzPts val="2400"/>
              <a:buFont typeface="Archivo"/>
              <a:buNone/>
              <a:defRPr b="1" sz="2400">
                <a:latin typeface="Archivo"/>
                <a:ea typeface="Archivo"/>
                <a:cs typeface="Archivo"/>
                <a:sym typeface="Archivo"/>
              </a:defRPr>
            </a:lvl7pPr>
            <a:lvl8pPr lvl="7" algn="ctr">
              <a:lnSpc>
                <a:spcPct val="115000"/>
              </a:lnSpc>
              <a:spcBef>
                <a:spcPts val="0"/>
              </a:spcBef>
              <a:spcAft>
                <a:spcPts val="0"/>
              </a:spcAft>
              <a:buSzPts val="2400"/>
              <a:buFont typeface="Archivo"/>
              <a:buNone/>
              <a:defRPr b="1" sz="2400">
                <a:latin typeface="Archivo"/>
                <a:ea typeface="Archivo"/>
                <a:cs typeface="Archivo"/>
                <a:sym typeface="Archivo"/>
              </a:defRPr>
            </a:lvl8pPr>
            <a:lvl9pPr lvl="8" algn="ctr">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sp>
        <p:nvSpPr>
          <p:cNvPr id="707" name="Google Shape;707;p64"/>
          <p:cNvSpPr txBox="1"/>
          <p:nvPr>
            <p:ph idx="15" type="subTitle"/>
          </p:nvPr>
        </p:nvSpPr>
        <p:spPr>
          <a:xfrm>
            <a:off x="6052748" y="3086800"/>
            <a:ext cx="19782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Archivo"/>
              <a:buNone/>
              <a:defRPr b="1" sz="2000">
                <a:solidFill>
                  <a:schemeClr val="dk1"/>
                </a:solidFill>
                <a:latin typeface="Archivo"/>
                <a:ea typeface="Archivo"/>
                <a:cs typeface="Archivo"/>
                <a:sym typeface="Archivo"/>
              </a:defRPr>
            </a:lvl1pPr>
            <a:lvl2pPr lvl="1" algn="ctr">
              <a:lnSpc>
                <a:spcPct val="115000"/>
              </a:lnSpc>
              <a:spcBef>
                <a:spcPts val="0"/>
              </a:spcBef>
              <a:spcAft>
                <a:spcPts val="0"/>
              </a:spcAft>
              <a:buSzPts val="2400"/>
              <a:buFont typeface="Archivo"/>
              <a:buNone/>
              <a:defRPr b="1" sz="2400">
                <a:latin typeface="Archivo"/>
                <a:ea typeface="Archivo"/>
                <a:cs typeface="Archivo"/>
                <a:sym typeface="Archivo"/>
              </a:defRPr>
            </a:lvl2pPr>
            <a:lvl3pPr lvl="2" algn="ctr">
              <a:lnSpc>
                <a:spcPct val="115000"/>
              </a:lnSpc>
              <a:spcBef>
                <a:spcPts val="0"/>
              </a:spcBef>
              <a:spcAft>
                <a:spcPts val="0"/>
              </a:spcAft>
              <a:buSzPts val="2400"/>
              <a:buFont typeface="Archivo"/>
              <a:buNone/>
              <a:defRPr b="1" sz="2400">
                <a:latin typeface="Archivo"/>
                <a:ea typeface="Archivo"/>
                <a:cs typeface="Archivo"/>
                <a:sym typeface="Archivo"/>
              </a:defRPr>
            </a:lvl3pPr>
            <a:lvl4pPr lvl="3" algn="ctr">
              <a:lnSpc>
                <a:spcPct val="115000"/>
              </a:lnSpc>
              <a:spcBef>
                <a:spcPts val="0"/>
              </a:spcBef>
              <a:spcAft>
                <a:spcPts val="0"/>
              </a:spcAft>
              <a:buSzPts val="2400"/>
              <a:buFont typeface="Archivo"/>
              <a:buNone/>
              <a:defRPr b="1" sz="2400">
                <a:latin typeface="Archivo"/>
                <a:ea typeface="Archivo"/>
                <a:cs typeface="Archivo"/>
                <a:sym typeface="Archivo"/>
              </a:defRPr>
            </a:lvl4pPr>
            <a:lvl5pPr lvl="4" algn="ctr">
              <a:lnSpc>
                <a:spcPct val="115000"/>
              </a:lnSpc>
              <a:spcBef>
                <a:spcPts val="0"/>
              </a:spcBef>
              <a:spcAft>
                <a:spcPts val="0"/>
              </a:spcAft>
              <a:buSzPts val="2400"/>
              <a:buFont typeface="Archivo"/>
              <a:buNone/>
              <a:defRPr b="1" sz="2400">
                <a:latin typeface="Archivo"/>
                <a:ea typeface="Archivo"/>
                <a:cs typeface="Archivo"/>
                <a:sym typeface="Archivo"/>
              </a:defRPr>
            </a:lvl5pPr>
            <a:lvl6pPr lvl="5" algn="ctr">
              <a:lnSpc>
                <a:spcPct val="115000"/>
              </a:lnSpc>
              <a:spcBef>
                <a:spcPts val="0"/>
              </a:spcBef>
              <a:spcAft>
                <a:spcPts val="0"/>
              </a:spcAft>
              <a:buSzPts val="2400"/>
              <a:buFont typeface="Archivo"/>
              <a:buNone/>
              <a:defRPr b="1" sz="2400">
                <a:latin typeface="Archivo"/>
                <a:ea typeface="Archivo"/>
                <a:cs typeface="Archivo"/>
                <a:sym typeface="Archivo"/>
              </a:defRPr>
            </a:lvl6pPr>
            <a:lvl7pPr lvl="6" algn="ctr">
              <a:lnSpc>
                <a:spcPct val="115000"/>
              </a:lnSpc>
              <a:spcBef>
                <a:spcPts val="0"/>
              </a:spcBef>
              <a:spcAft>
                <a:spcPts val="0"/>
              </a:spcAft>
              <a:buSzPts val="2400"/>
              <a:buFont typeface="Archivo"/>
              <a:buNone/>
              <a:defRPr b="1" sz="2400">
                <a:latin typeface="Archivo"/>
                <a:ea typeface="Archivo"/>
                <a:cs typeface="Archivo"/>
                <a:sym typeface="Archivo"/>
              </a:defRPr>
            </a:lvl7pPr>
            <a:lvl8pPr lvl="7" algn="ctr">
              <a:lnSpc>
                <a:spcPct val="115000"/>
              </a:lnSpc>
              <a:spcBef>
                <a:spcPts val="0"/>
              </a:spcBef>
              <a:spcAft>
                <a:spcPts val="0"/>
              </a:spcAft>
              <a:buSzPts val="2400"/>
              <a:buFont typeface="Archivo"/>
              <a:buNone/>
              <a:defRPr b="1" sz="2400">
                <a:latin typeface="Archivo"/>
                <a:ea typeface="Archivo"/>
                <a:cs typeface="Archivo"/>
                <a:sym typeface="Archivo"/>
              </a:defRPr>
            </a:lvl8pPr>
            <a:lvl9pPr lvl="8" algn="ctr">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grpSp>
        <p:nvGrpSpPr>
          <p:cNvPr id="708" name="Google Shape;708;p64"/>
          <p:cNvGrpSpPr/>
          <p:nvPr/>
        </p:nvGrpSpPr>
        <p:grpSpPr>
          <a:xfrm>
            <a:off x="-443787" y="-659150"/>
            <a:ext cx="10068650" cy="5765108"/>
            <a:chOff x="-443787" y="-659150"/>
            <a:chExt cx="10068650" cy="5765108"/>
          </a:xfrm>
        </p:grpSpPr>
        <p:grpSp>
          <p:nvGrpSpPr>
            <p:cNvPr id="709" name="Google Shape;709;p64"/>
            <p:cNvGrpSpPr/>
            <p:nvPr/>
          </p:nvGrpSpPr>
          <p:grpSpPr>
            <a:xfrm>
              <a:off x="7789000" y="-659150"/>
              <a:ext cx="1835863" cy="2141449"/>
              <a:chOff x="8352175" y="-274150"/>
              <a:chExt cx="1835863" cy="2141449"/>
            </a:xfrm>
          </p:grpSpPr>
          <p:grpSp>
            <p:nvGrpSpPr>
              <p:cNvPr id="710" name="Google Shape;710;p64"/>
              <p:cNvGrpSpPr/>
              <p:nvPr/>
            </p:nvGrpSpPr>
            <p:grpSpPr>
              <a:xfrm>
                <a:off x="9314994" y="616216"/>
                <a:ext cx="873044" cy="756167"/>
                <a:chOff x="8022925" y="186250"/>
                <a:chExt cx="815700" cy="706500"/>
              </a:xfrm>
            </p:grpSpPr>
            <p:sp>
              <p:nvSpPr>
                <p:cNvPr id="711" name="Google Shape;711;p64"/>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12" name="Google Shape;712;p64"/>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13" name="Google Shape;713;p64"/>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714" name="Google Shape;714;p64"/>
              <p:cNvSpPr/>
              <p:nvPr/>
            </p:nvSpPr>
            <p:spPr>
              <a:xfrm>
                <a:off x="9315001" y="1471299"/>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15" name="Google Shape;715;p64"/>
              <p:cNvSpPr/>
              <p:nvPr/>
            </p:nvSpPr>
            <p:spPr>
              <a:xfrm>
                <a:off x="9118688" y="5905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716" name="Google Shape;716;p64"/>
              <p:cNvGrpSpPr/>
              <p:nvPr/>
            </p:nvGrpSpPr>
            <p:grpSpPr>
              <a:xfrm>
                <a:off x="8408775" y="-274150"/>
                <a:ext cx="906219" cy="1300800"/>
                <a:chOff x="6860600" y="1707050"/>
                <a:chExt cx="906219" cy="1300800"/>
              </a:xfrm>
            </p:grpSpPr>
            <p:grpSp>
              <p:nvGrpSpPr>
                <p:cNvPr id="717" name="Google Shape;717;p64"/>
                <p:cNvGrpSpPr/>
                <p:nvPr/>
              </p:nvGrpSpPr>
              <p:grpSpPr>
                <a:xfrm>
                  <a:off x="6860600" y="2285500"/>
                  <a:ext cx="906219" cy="722350"/>
                  <a:chOff x="6860600" y="2285500"/>
                  <a:chExt cx="906219" cy="722350"/>
                </a:xfrm>
              </p:grpSpPr>
              <p:cxnSp>
                <p:nvCxnSpPr>
                  <p:cNvPr id="718" name="Google Shape;718;p64"/>
                  <p:cNvCxnSpPr>
                    <a:stCxn id="711"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719" name="Google Shape;719;p64"/>
                  <p:cNvGrpSpPr/>
                  <p:nvPr/>
                </p:nvGrpSpPr>
                <p:grpSpPr>
                  <a:xfrm>
                    <a:off x="6860600" y="2285500"/>
                    <a:ext cx="755625" cy="690000"/>
                    <a:chOff x="6860600" y="2285500"/>
                    <a:chExt cx="755625" cy="690000"/>
                  </a:xfrm>
                </p:grpSpPr>
                <p:cxnSp>
                  <p:nvCxnSpPr>
                    <p:cNvPr id="720" name="Google Shape;720;p64"/>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721" name="Google Shape;721;p64"/>
                    <p:cNvCxnSpPr/>
                    <p:nvPr/>
                  </p:nvCxnSpPr>
                  <p:spPr>
                    <a:xfrm rot="10800000">
                      <a:off x="6860600" y="2289200"/>
                      <a:ext cx="405900" cy="0"/>
                    </a:xfrm>
                    <a:prstGeom prst="straightConnector1">
                      <a:avLst/>
                    </a:prstGeom>
                    <a:noFill/>
                    <a:ln cap="flat" cmpd="sng" w="9525">
                      <a:solidFill>
                        <a:schemeClr val="dk2"/>
                      </a:solidFill>
                      <a:prstDash val="solid"/>
                      <a:round/>
                      <a:headEnd len="sm" w="sm" type="none"/>
                      <a:tailEnd len="sm" w="sm" type="none"/>
                    </a:ln>
                  </p:spPr>
                </p:cxnSp>
              </p:grpSp>
              <p:sp>
                <p:nvSpPr>
                  <p:cNvPr id="722" name="Google Shape;722;p64"/>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723" name="Google Shape;723;p64"/>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724" name="Google Shape;724;p64"/>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725" name="Google Shape;725;p64"/>
              <p:cNvSpPr/>
              <p:nvPr/>
            </p:nvSpPr>
            <p:spPr>
              <a:xfrm>
                <a:off x="8352175" y="2686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26" name="Google Shape;726;p64"/>
              <p:cNvSpPr/>
              <p:nvPr/>
            </p:nvSpPr>
            <p:spPr>
              <a:xfrm>
                <a:off x="8504977" y="4267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727" name="Google Shape;727;p64"/>
            <p:cNvGrpSpPr/>
            <p:nvPr/>
          </p:nvGrpSpPr>
          <p:grpSpPr>
            <a:xfrm>
              <a:off x="-443787" y="3459425"/>
              <a:ext cx="1835863" cy="1646533"/>
              <a:chOff x="8352175" y="-274150"/>
              <a:chExt cx="1835863" cy="1646533"/>
            </a:xfrm>
          </p:grpSpPr>
          <p:grpSp>
            <p:nvGrpSpPr>
              <p:cNvPr id="728" name="Google Shape;728;p64"/>
              <p:cNvGrpSpPr/>
              <p:nvPr/>
            </p:nvGrpSpPr>
            <p:grpSpPr>
              <a:xfrm>
                <a:off x="9314994" y="616216"/>
                <a:ext cx="873044" cy="756167"/>
                <a:chOff x="8022925" y="186250"/>
                <a:chExt cx="815700" cy="706500"/>
              </a:xfrm>
            </p:grpSpPr>
            <p:sp>
              <p:nvSpPr>
                <p:cNvPr id="729" name="Google Shape;729;p64"/>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30" name="Google Shape;730;p64"/>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31" name="Google Shape;731;p64"/>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732" name="Google Shape;732;p64"/>
              <p:cNvSpPr/>
              <p:nvPr/>
            </p:nvSpPr>
            <p:spPr>
              <a:xfrm>
                <a:off x="8914613" y="109999"/>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33" name="Google Shape;733;p64"/>
              <p:cNvSpPr/>
              <p:nvPr/>
            </p:nvSpPr>
            <p:spPr>
              <a:xfrm>
                <a:off x="9118688" y="5905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734" name="Google Shape;734;p64"/>
              <p:cNvGrpSpPr/>
              <p:nvPr/>
            </p:nvGrpSpPr>
            <p:grpSpPr>
              <a:xfrm>
                <a:off x="8408775" y="-274150"/>
                <a:ext cx="906219" cy="1300800"/>
                <a:chOff x="6860600" y="1707050"/>
                <a:chExt cx="906219" cy="1300800"/>
              </a:xfrm>
            </p:grpSpPr>
            <p:grpSp>
              <p:nvGrpSpPr>
                <p:cNvPr id="735" name="Google Shape;735;p64"/>
                <p:cNvGrpSpPr/>
                <p:nvPr/>
              </p:nvGrpSpPr>
              <p:grpSpPr>
                <a:xfrm>
                  <a:off x="6860600" y="2285500"/>
                  <a:ext cx="906219" cy="722350"/>
                  <a:chOff x="6860600" y="2285500"/>
                  <a:chExt cx="906219" cy="722350"/>
                </a:xfrm>
              </p:grpSpPr>
              <p:cxnSp>
                <p:nvCxnSpPr>
                  <p:cNvPr id="736" name="Google Shape;736;p64"/>
                  <p:cNvCxnSpPr>
                    <a:stCxn id="729"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737" name="Google Shape;737;p64"/>
                  <p:cNvGrpSpPr/>
                  <p:nvPr/>
                </p:nvGrpSpPr>
                <p:grpSpPr>
                  <a:xfrm>
                    <a:off x="6860600" y="2285500"/>
                    <a:ext cx="755625" cy="690000"/>
                    <a:chOff x="6860600" y="2285500"/>
                    <a:chExt cx="755625" cy="690000"/>
                  </a:xfrm>
                </p:grpSpPr>
                <p:cxnSp>
                  <p:nvCxnSpPr>
                    <p:cNvPr id="738" name="Google Shape;738;p64"/>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739" name="Google Shape;739;p64"/>
                    <p:cNvCxnSpPr/>
                    <p:nvPr/>
                  </p:nvCxnSpPr>
                  <p:spPr>
                    <a:xfrm rot="10800000">
                      <a:off x="6860600" y="2289200"/>
                      <a:ext cx="405900" cy="0"/>
                    </a:xfrm>
                    <a:prstGeom prst="straightConnector1">
                      <a:avLst/>
                    </a:prstGeom>
                    <a:noFill/>
                    <a:ln cap="flat" cmpd="sng" w="9525">
                      <a:solidFill>
                        <a:schemeClr val="dk2"/>
                      </a:solidFill>
                      <a:prstDash val="solid"/>
                      <a:round/>
                      <a:headEnd len="sm" w="sm" type="none"/>
                      <a:tailEnd len="sm" w="sm" type="none"/>
                    </a:ln>
                  </p:spPr>
                </p:cxnSp>
              </p:grpSp>
              <p:sp>
                <p:nvSpPr>
                  <p:cNvPr id="740" name="Google Shape;740;p64"/>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741" name="Google Shape;741;p64"/>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742" name="Google Shape;742;p64"/>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743" name="Google Shape;743;p64"/>
              <p:cNvSpPr/>
              <p:nvPr/>
            </p:nvSpPr>
            <p:spPr>
              <a:xfrm>
                <a:off x="8352175" y="2686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44" name="Google Shape;744;p64"/>
              <p:cNvSpPr/>
              <p:nvPr/>
            </p:nvSpPr>
            <p:spPr>
              <a:xfrm>
                <a:off x="8914602" y="110627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745" name="Google Shape;745;p64"/>
            <p:cNvGrpSpPr/>
            <p:nvPr/>
          </p:nvGrpSpPr>
          <p:grpSpPr>
            <a:xfrm flipH="1" rot="10800000">
              <a:off x="7697063" y="3660795"/>
              <a:ext cx="1330262" cy="1376576"/>
              <a:chOff x="6351988" y="-321084"/>
              <a:chExt cx="1330262" cy="1376576"/>
            </a:xfrm>
          </p:grpSpPr>
          <p:grpSp>
            <p:nvGrpSpPr>
              <p:cNvPr id="746" name="Google Shape;746;p64"/>
              <p:cNvGrpSpPr/>
              <p:nvPr/>
            </p:nvGrpSpPr>
            <p:grpSpPr>
              <a:xfrm>
                <a:off x="6809206" y="-321084"/>
                <a:ext cx="873044" cy="756167"/>
                <a:chOff x="8022925" y="186250"/>
                <a:chExt cx="815700" cy="706500"/>
              </a:xfrm>
            </p:grpSpPr>
            <p:sp>
              <p:nvSpPr>
                <p:cNvPr id="747" name="Google Shape;747;p64"/>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48" name="Google Shape;748;p64"/>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49" name="Google Shape;749;p64"/>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750" name="Google Shape;750;p64"/>
              <p:cNvGrpSpPr/>
              <p:nvPr/>
            </p:nvGrpSpPr>
            <p:grpSpPr>
              <a:xfrm flipH="1" rot="10800000">
                <a:off x="6351988" y="-321066"/>
                <a:ext cx="1226026" cy="1376558"/>
                <a:chOff x="7161201" y="-272922"/>
                <a:chExt cx="1226026" cy="1376558"/>
              </a:xfrm>
            </p:grpSpPr>
            <p:sp>
              <p:nvSpPr>
                <p:cNvPr id="751" name="Google Shape;751;p64"/>
                <p:cNvSpPr/>
                <p:nvPr/>
              </p:nvSpPr>
              <p:spPr>
                <a:xfrm>
                  <a:off x="7161201" y="707636"/>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52" name="Google Shape;752;p64"/>
                <p:cNvSpPr/>
                <p:nvPr/>
              </p:nvSpPr>
              <p:spPr>
                <a:xfrm>
                  <a:off x="8047438" y="1919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53" name="Google Shape;753;p64"/>
                <p:cNvSpPr/>
                <p:nvPr/>
              </p:nvSpPr>
              <p:spPr>
                <a:xfrm>
                  <a:off x="8080027" y="-272922"/>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
  <p:cSld name="TITLE_AND_BODY_1">
    <p:spTree>
      <p:nvGrpSpPr>
        <p:cNvPr id="754" name="Shape 754"/>
        <p:cNvGrpSpPr/>
        <p:nvPr/>
      </p:nvGrpSpPr>
      <p:grpSpPr>
        <a:xfrm>
          <a:off x="0" y="0"/>
          <a:ext cx="0" cy="0"/>
          <a:chOff x="0" y="0"/>
          <a:chExt cx="0" cy="0"/>
        </a:xfrm>
      </p:grpSpPr>
      <p:sp>
        <p:nvSpPr>
          <p:cNvPr id="755" name="Google Shape;755;p6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56" name="Google Shape;756;p65"/>
          <p:cNvSpPr txBox="1"/>
          <p:nvPr>
            <p:ph idx="1" type="body"/>
          </p:nvPr>
        </p:nvSpPr>
        <p:spPr>
          <a:xfrm>
            <a:off x="719975" y="1147224"/>
            <a:ext cx="7704000" cy="3461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Clr>
                <a:schemeClr val="dk2"/>
              </a:buClr>
              <a:buSzPts val="800"/>
              <a:buFont typeface="Catamaran Light"/>
              <a:buChar char="●"/>
              <a:defRPr sz="1200"/>
            </a:lvl1pPr>
            <a:lvl2pPr indent="-304800" lvl="1" marL="914400" algn="l">
              <a:lnSpc>
                <a:spcPct val="115000"/>
              </a:lnSpc>
              <a:spcBef>
                <a:spcPts val="0"/>
              </a:spcBef>
              <a:spcAft>
                <a:spcPts val="0"/>
              </a:spcAft>
              <a:buSzPts val="1200"/>
              <a:buFont typeface="Nunito Light"/>
              <a:buChar char="○"/>
              <a:defRPr/>
            </a:lvl2pPr>
            <a:lvl3pPr indent="-304800" lvl="2" marL="1371600" algn="l">
              <a:lnSpc>
                <a:spcPct val="115000"/>
              </a:lnSpc>
              <a:spcBef>
                <a:spcPts val="0"/>
              </a:spcBef>
              <a:spcAft>
                <a:spcPts val="0"/>
              </a:spcAft>
              <a:buClr>
                <a:srgbClr val="FFC800"/>
              </a:buClr>
              <a:buSzPts val="1200"/>
              <a:buFont typeface="Nunito Light"/>
              <a:buChar char="■"/>
              <a:defRPr/>
            </a:lvl3pPr>
            <a:lvl4pPr indent="-304800" lvl="3" marL="1828800" algn="l">
              <a:lnSpc>
                <a:spcPct val="115000"/>
              </a:lnSpc>
              <a:spcBef>
                <a:spcPts val="0"/>
              </a:spcBef>
              <a:spcAft>
                <a:spcPts val="0"/>
              </a:spcAft>
              <a:buClr>
                <a:srgbClr val="FFC800"/>
              </a:buClr>
              <a:buSzPts val="1200"/>
              <a:buFont typeface="Nunito Light"/>
              <a:buChar char="●"/>
              <a:defRPr/>
            </a:lvl4pPr>
            <a:lvl5pPr indent="-304800" lvl="4" marL="2286000" algn="l">
              <a:lnSpc>
                <a:spcPct val="115000"/>
              </a:lnSpc>
              <a:spcBef>
                <a:spcPts val="0"/>
              </a:spcBef>
              <a:spcAft>
                <a:spcPts val="0"/>
              </a:spcAft>
              <a:buClr>
                <a:srgbClr val="434343"/>
              </a:buClr>
              <a:buSzPts val="1200"/>
              <a:buFont typeface="Nunito Light"/>
              <a:buChar char="○"/>
              <a:defRPr/>
            </a:lvl5pPr>
            <a:lvl6pPr indent="-304800" lvl="5" marL="2743200" algn="l">
              <a:lnSpc>
                <a:spcPct val="115000"/>
              </a:lnSpc>
              <a:spcBef>
                <a:spcPts val="0"/>
              </a:spcBef>
              <a:spcAft>
                <a:spcPts val="0"/>
              </a:spcAft>
              <a:buClr>
                <a:srgbClr val="434343"/>
              </a:buClr>
              <a:buSzPts val="1200"/>
              <a:buFont typeface="Nunito Light"/>
              <a:buChar char="■"/>
              <a:defRPr/>
            </a:lvl6pPr>
            <a:lvl7pPr indent="-304800" lvl="6" marL="3200400" algn="l">
              <a:lnSpc>
                <a:spcPct val="115000"/>
              </a:lnSpc>
              <a:spcBef>
                <a:spcPts val="0"/>
              </a:spcBef>
              <a:spcAft>
                <a:spcPts val="0"/>
              </a:spcAft>
              <a:buClr>
                <a:srgbClr val="434343"/>
              </a:buClr>
              <a:buSzPts val="1200"/>
              <a:buFont typeface="Nunito Light"/>
              <a:buChar char="●"/>
              <a:defRPr/>
            </a:lvl7pPr>
            <a:lvl8pPr indent="-304800" lvl="7" marL="3657600" algn="l">
              <a:lnSpc>
                <a:spcPct val="115000"/>
              </a:lnSpc>
              <a:spcBef>
                <a:spcPts val="0"/>
              </a:spcBef>
              <a:spcAft>
                <a:spcPts val="0"/>
              </a:spcAft>
              <a:buClr>
                <a:srgbClr val="434343"/>
              </a:buClr>
              <a:buSzPts val="1200"/>
              <a:buFont typeface="Nunito Light"/>
              <a:buChar char="○"/>
              <a:defRPr/>
            </a:lvl8pPr>
            <a:lvl9pPr indent="-304800" lvl="8" marL="4114800" algn="l">
              <a:lnSpc>
                <a:spcPct val="115000"/>
              </a:lnSpc>
              <a:spcBef>
                <a:spcPts val="0"/>
              </a:spcBef>
              <a:spcAft>
                <a:spcPts val="0"/>
              </a:spcAft>
              <a:buClr>
                <a:srgbClr val="434343"/>
              </a:buClr>
              <a:buSzPts val="1200"/>
              <a:buFont typeface="Nunito Light"/>
              <a:buChar char="■"/>
              <a:defRPr/>
            </a:lvl9pPr>
          </a:lstStyle>
          <a:p/>
        </p:txBody>
      </p:sp>
      <p:grpSp>
        <p:nvGrpSpPr>
          <p:cNvPr id="757" name="Google Shape;757;p65"/>
          <p:cNvGrpSpPr/>
          <p:nvPr/>
        </p:nvGrpSpPr>
        <p:grpSpPr>
          <a:xfrm>
            <a:off x="107819" y="-693575"/>
            <a:ext cx="10278994" cy="6189648"/>
            <a:chOff x="107819" y="-693575"/>
            <a:chExt cx="10278994" cy="6189648"/>
          </a:xfrm>
        </p:grpSpPr>
        <p:grpSp>
          <p:nvGrpSpPr>
            <p:cNvPr id="758" name="Google Shape;758;p65"/>
            <p:cNvGrpSpPr/>
            <p:nvPr/>
          </p:nvGrpSpPr>
          <p:grpSpPr>
            <a:xfrm>
              <a:off x="6969009" y="3051325"/>
              <a:ext cx="3417804" cy="2444748"/>
              <a:chOff x="5222059" y="1707050"/>
              <a:chExt cx="3417804" cy="2444748"/>
            </a:xfrm>
          </p:grpSpPr>
          <p:grpSp>
            <p:nvGrpSpPr>
              <p:cNvPr id="759" name="Google Shape;759;p65"/>
              <p:cNvGrpSpPr/>
              <p:nvPr/>
            </p:nvGrpSpPr>
            <p:grpSpPr>
              <a:xfrm>
                <a:off x="6230684" y="2436004"/>
                <a:ext cx="1245819" cy="1079037"/>
                <a:chOff x="8022925" y="186250"/>
                <a:chExt cx="815700" cy="706500"/>
              </a:xfrm>
            </p:grpSpPr>
            <p:sp>
              <p:nvSpPr>
                <p:cNvPr id="760" name="Google Shape;760;p65"/>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61" name="Google Shape;761;p65"/>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62" name="Google Shape;762;p65"/>
                <p:cNvSpPr/>
                <p:nvPr/>
              </p:nvSpPr>
              <p:spPr>
                <a:xfrm>
                  <a:off x="8240438" y="374705"/>
                  <a:ext cx="380700" cy="3297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763" name="Google Shape;763;p65"/>
              <p:cNvGrpSpPr/>
              <p:nvPr/>
            </p:nvGrpSpPr>
            <p:grpSpPr>
              <a:xfrm>
                <a:off x="5222059" y="3089020"/>
                <a:ext cx="1008613" cy="873587"/>
                <a:chOff x="8022925" y="186250"/>
                <a:chExt cx="815700" cy="706500"/>
              </a:xfrm>
            </p:grpSpPr>
            <p:sp>
              <p:nvSpPr>
                <p:cNvPr id="764" name="Google Shape;764;p65"/>
                <p:cNvSpPr/>
                <p:nvPr/>
              </p:nvSpPr>
              <p:spPr>
                <a:xfrm>
                  <a:off x="8022925" y="186250"/>
                  <a:ext cx="815700" cy="706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65" name="Google Shape;765;p65"/>
                <p:cNvSpPr/>
                <p:nvPr/>
              </p:nvSpPr>
              <p:spPr>
                <a:xfrm>
                  <a:off x="8066182" y="223764"/>
                  <a:ext cx="729300" cy="631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766" name="Google Shape;766;p65"/>
              <p:cNvGrpSpPr/>
              <p:nvPr/>
            </p:nvGrpSpPr>
            <p:grpSpPr>
              <a:xfrm>
                <a:off x="6286990" y="3642694"/>
                <a:ext cx="587793" cy="509104"/>
                <a:chOff x="8022925" y="186250"/>
                <a:chExt cx="815700" cy="706500"/>
              </a:xfrm>
            </p:grpSpPr>
            <p:sp>
              <p:nvSpPr>
                <p:cNvPr id="767" name="Google Shape;767;p65"/>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68" name="Google Shape;768;p65"/>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769" name="Google Shape;769;p65"/>
              <p:cNvSpPr/>
              <p:nvPr/>
            </p:nvSpPr>
            <p:spPr>
              <a:xfrm>
                <a:off x="6178600" y="29244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770" name="Google Shape;770;p65"/>
              <p:cNvGrpSpPr/>
              <p:nvPr/>
            </p:nvGrpSpPr>
            <p:grpSpPr>
              <a:xfrm>
                <a:off x="7766819" y="2597416"/>
                <a:ext cx="873044" cy="756167"/>
                <a:chOff x="8022925" y="186250"/>
                <a:chExt cx="815700" cy="706500"/>
              </a:xfrm>
            </p:grpSpPr>
            <p:sp>
              <p:nvSpPr>
                <p:cNvPr id="771" name="Google Shape;771;p65"/>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72" name="Google Shape;772;p65"/>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73" name="Google Shape;773;p65"/>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774" name="Google Shape;774;p65"/>
              <p:cNvSpPr/>
              <p:nvPr/>
            </p:nvSpPr>
            <p:spPr>
              <a:xfrm>
                <a:off x="7394176" y="3089024"/>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75" name="Google Shape;775;p65"/>
              <p:cNvSpPr/>
              <p:nvPr/>
            </p:nvSpPr>
            <p:spPr>
              <a:xfrm>
                <a:off x="7570513" y="25717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76" name="Google Shape;776;p65"/>
              <p:cNvSpPr/>
              <p:nvPr/>
            </p:nvSpPr>
            <p:spPr>
              <a:xfrm>
                <a:off x="7044827" y="364270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777" name="Google Shape;777;p65"/>
              <p:cNvGrpSpPr/>
              <p:nvPr/>
            </p:nvGrpSpPr>
            <p:grpSpPr>
              <a:xfrm>
                <a:off x="6012275" y="1707050"/>
                <a:ext cx="1754544" cy="1381970"/>
                <a:chOff x="6012275" y="1707050"/>
                <a:chExt cx="1754544" cy="1381970"/>
              </a:xfrm>
            </p:grpSpPr>
            <p:grpSp>
              <p:nvGrpSpPr>
                <p:cNvPr id="778" name="Google Shape;778;p65"/>
                <p:cNvGrpSpPr/>
                <p:nvPr/>
              </p:nvGrpSpPr>
              <p:grpSpPr>
                <a:xfrm>
                  <a:off x="6012275" y="2285500"/>
                  <a:ext cx="1754544" cy="803520"/>
                  <a:chOff x="6012275" y="2285500"/>
                  <a:chExt cx="1754544" cy="803520"/>
                </a:xfrm>
              </p:grpSpPr>
              <p:cxnSp>
                <p:nvCxnSpPr>
                  <p:cNvPr id="779" name="Google Shape;779;p65"/>
                  <p:cNvCxnSpPr>
                    <a:stCxn id="771"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780" name="Google Shape;780;p65"/>
                  <p:cNvGrpSpPr/>
                  <p:nvPr/>
                </p:nvGrpSpPr>
                <p:grpSpPr>
                  <a:xfrm>
                    <a:off x="6012275" y="2285500"/>
                    <a:ext cx="1603950" cy="803520"/>
                    <a:chOff x="6012275" y="2285500"/>
                    <a:chExt cx="1603950" cy="803520"/>
                  </a:xfrm>
                </p:grpSpPr>
                <p:cxnSp>
                  <p:nvCxnSpPr>
                    <p:cNvPr id="781" name="Google Shape;781;p65"/>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782" name="Google Shape;782;p65"/>
                    <p:cNvCxnSpPr/>
                    <p:nvPr/>
                  </p:nvCxnSpPr>
                  <p:spPr>
                    <a:xfrm rot="10800000">
                      <a:off x="6405500" y="2289200"/>
                      <a:ext cx="861000" cy="0"/>
                    </a:xfrm>
                    <a:prstGeom prst="straightConnector1">
                      <a:avLst/>
                    </a:prstGeom>
                    <a:noFill/>
                    <a:ln cap="flat" cmpd="sng" w="9525">
                      <a:solidFill>
                        <a:schemeClr val="dk2"/>
                      </a:solidFill>
                      <a:prstDash val="solid"/>
                      <a:round/>
                      <a:headEnd len="sm" w="sm" type="none"/>
                      <a:tailEnd len="sm" w="sm" type="none"/>
                    </a:ln>
                  </p:spPr>
                </p:cxnSp>
                <p:cxnSp>
                  <p:nvCxnSpPr>
                    <p:cNvPr id="783" name="Google Shape;783;p65"/>
                    <p:cNvCxnSpPr>
                      <a:stCxn id="764" idx="5"/>
                    </p:cNvCxnSpPr>
                    <p:nvPr/>
                  </p:nvCxnSpPr>
                  <p:spPr>
                    <a:xfrm flipH="1" rot="10800000">
                      <a:off x="6012275" y="2285620"/>
                      <a:ext cx="395400" cy="803400"/>
                    </a:xfrm>
                    <a:prstGeom prst="straightConnector1">
                      <a:avLst/>
                    </a:prstGeom>
                    <a:noFill/>
                    <a:ln cap="flat" cmpd="sng" w="9525">
                      <a:solidFill>
                        <a:schemeClr val="dk2"/>
                      </a:solidFill>
                      <a:prstDash val="solid"/>
                      <a:round/>
                      <a:headEnd len="sm" w="sm" type="none"/>
                      <a:tailEnd len="sm" w="sm" type="none"/>
                    </a:ln>
                  </p:spPr>
                </p:cxnSp>
              </p:grpSp>
              <p:sp>
                <p:nvSpPr>
                  <p:cNvPr id="784" name="Google Shape;784;p65"/>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785" name="Google Shape;785;p65"/>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786" name="Google Shape;786;p65"/>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787" name="Google Shape;787;p65"/>
              <p:cNvSpPr/>
              <p:nvPr/>
            </p:nvSpPr>
            <p:spPr>
              <a:xfrm>
                <a:off x="5975025" y="3049300"/>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788" name="Google Shape;788;p65"/>
            <p:cNvGrpSpPr/>
            <p:nvPr/>
          </p:nvGrpSpPr>
          <p:grpSpPr>
            <a:xfrm>
              <a:off x="6515052" y="-693575"/>
              <a:ext cx="3213398" cy="2392650"/>
              <a:chOff x="4180777" y="-851325"/>
              <a:chExt cx="3213398" cy="2392650"/>
            </a:xfrm>
          </p:grpSpPr>
          <p:grpSp>
            <p:nvGrpSpPr>
              <p:cNvPr id="789" name="Google Shape;789;p65"/>
              <p:cNvGrpSpPr/>
              <p:nvPr/>
            </p:nvGrpSpPr>
            <p:grpSpPr>
              <a:xfrm>
                <a:off x="4428309" y="-723871"/>
                <a:ext cx="1245819" cy="1079037"/>
                <a:chOff x="8022925" y="186250"/>
                <a:chExt cx="815700" cy="706500"/>
              </a:xfrm>
            </p:grpSpPr>
            <p:sp>
              <p:nvSpPr>
                <p:cNvPr id="790" name="Google Shape;790;p65"/>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91" name="Google Shape;791;p65"/>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92" name="Google Shape;792;p65"/>
                <p:cNvSpPr/>
                <p:nvPr/>
              </p:nvSpPr>
              <p:spPr>
                <a:xfrm>
                  <a:off x="8355664" y="474499"/>
                  <a:ext cx="150300" cy="1302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793" name="Google Shape;793;p65"/>
              <p:cNvGrpSpPr/>
              <p:nvPr/>
            </p:nvGrpSpPr>
            <p:grpSpPr>
              <a:xfrm>
                <a:off x="6360273" y="-338456"/>
                <a:ext cx="917499" cy="794671"/>
                <a:chOff x="8022925" y="186250"/>
                <a:chExt cx="815700" cy="706500"/>
              </a:xfrm>
            </p:grpSpPr>
            <p:sp>
              <p:nvSpPr>
                <p:cNvPr id="794" name="Google Shape;794;p65"/>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95" name="Google Shape;795;p65"/>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796" name="Google Shape;796;p65"/>
              <p:cNvGrpSpPr/>
              <p:nvPr/>
            </p:nvGrpSpPr>
            <p:grpSpPr>
              <a:xfrm>
                <a:off x="5548840" y="-8756"/>
                <a:ext cx="587793" cy="509104"/>
                <a:chOff x="8022925" y="186250"/>
                <a:chExt cx="815700" cy="706500"/>
              </a:xfrm>
            </p:grpSpPr>
            <p:sp>
              <p:nvSpPr>
                <p:cNvPr id="797" name="Google Shape;797;p65"/>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98" name="Google Shape;798;p65"/>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799" name="Google Shape;799;p65"/>
              <p:cNvGrpSpPr/>
              <p:nvPr/>
            </p:nvGrpSpPr>
            <p:grpSpPr>
              <a:xfrm>
                <a:off x="6089765" y="600244"/>
                <a:ext cx="587793" cy="509104"/>
                <a:chOff x="8022925" y="186250"/>
                <a:chExt cx="815700" cy="706500"/>
              </a:xfrm>
            </p:grpSpPr>
            <p:sp>
              <p:nvSpPr>
                <p:cNvPr id="800" name="Google Shape;800;p65"/>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01" name="Google Shape;801;p65"/>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802" name="Google Shape;802;p65"/>
              <p:cNvSpPr/>
              <p:nvPr/>
            </p:nvSpPr>
            <p:spPr>
              <a:xfrm>
                <a:off x="6499238" y="5521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03" name="Google Shape;803;p65"/>
              <p:cNvSpPr/>
              <p:nvPr/>
            </p:nvSpPr>
            <p:spPr>
              <a:xfrm>
                <a:off x="5752677" y="-317397"/>
                <a:ext cx="307200" cy="2661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804" name="Google Shape;804;p65"/>
              <p:cNvCxnSpPr>
                <a:stCxn id="790" idx="1"/>
              </p:cNvCxnSpPr>
              <p:nvPr/>
            </p:nvCxnSpPr>
            <p:spPr>
              <a:xfrm>
                <a:off x="5404369" y="355166"/>
                <a:ext cx="285600" cy="501600"/>
              </a:xfrm>
              <a:prstGeom prst="straightConnector1">
                <a:avLst/>
              </a:prstGeom>
              <a:noFill/>
              <a:ln cap="flat" cmpd="sng" w="9525">
                <a:solidFill>
                  <a:schemeClr val="dk2"/>
                </a:solidFill>
                <a:prstDash val="solid"/>
                <a:round/>
                <a:headEnd len="sm" w="sm" type="none"/>
                <a:tailEnd len="sm" w="sm" type="none"/>
              </a:ln>
            </p:spPr>
          </p:cxnSp>
          <p:cxnSp>
            <p:nvCxnSpPr>
              <p:cNvPr id="805" name="Google Shape;805;p65"/>
              <p:cNvCxnSpPr>
                <a:stCxn id="800" idx="3"/>
              </p:cNvCxnSpPr>
              <p:nvPr/>
            </p:nvCxnSpPr>
            <p:spPr>
              <a:xfrm rot="10800000">
                <a:off x="5686565" y="854796"/>
                <a:ext cx="403200" cy="0"/>
              </a:xfrm>
              <a:prstGeom prst="straightConnector1">
                <a:avLst/>
              </a:prstGeom>
              <a:noFill/>
              <a:ln cap="flat" cmpd="sng" w="9525">
                <a:solidFill>
                  <a:schemeClr val="dk2"/>
                </a:solidFill>
                <a:prstDash val="solid"/>
                <a:round/>
                <a:headEnd len="sm" w="sm" type="none"/>
                <a:tailEnd len="sm" w="sm" type="none"/>
              </a:ln>
            </p:spPr>
          </p:cxnSp>
          <p:cxnSp>
            <p:nvCxnSpPr>
              <p:cNvPr id="806" name="Google Shape;806;p65"/>
              <p:cNvCxnSpPr>
                <a:stCxn id="797" idx="0"/>
              </p:cNvCxnSpPr>
              <p:nvPr/>
            </p:nvCxnSpPr>
            <p:spPr>
              <a:xfrm>
                <a:off x="6136633" y="245796"/>
                <a:ext cx="154500" cy="0"/>
              </a:xfrm>
              <a:prstGeom prst="straightConnector1">
                <a:avLst/>
              </a:prstGeom>
              <a:noFill/>
              <a:ln cap="flat" cmpd="sng" w="9525">
                <a:solidFill>
                  <a:schemeClr val="dk2"/>
                </a:solidFill>
                <a:prstDash val="solid"/>
                <a:round/>
                <a:headEnd len="sm" w="sm" type="none"/>
                <a:tailEnd len="sm" w="sm" type="none"/>
              </a:ln>
            </p:spPr>
          </p:cxnSp>
          <p:cxnSp>
            <p:nvCxnSpPr>
              <p:cNvPr id="807" name="Google Shape;807;p65"/>
              <p:cNvCxnSpPr>
                <a:stCxn id="794" idx="3"/>
              </p:cNvCxnSpPr>
              <p:nvPr/>
            </p:nvCxnSpPr>
            <p:spPr>
              <a:xfrm flipH="1">
                <a:off x="6287073" y="58880"/>
                <a:ext cx="73200" cy="187500"/>
              </a:xfrm>
              <a:prstGeom prst="straightConnector1">
                <a:avLst/>
              </a:prstGeom>
              <a:noFill/>
              <a:ln cap="flat" cmpd="sng" w="9525">
                <a:solidFill>
                  <a:schemeClr val="dk2"/>
                </a:solidFill>
                <a:prstDash val="solid"/>
                <a:round/>
                <a:headEnd len="sm" w="sm" type="none"/>
                <a:tailEnd len="sm" w="sm" type="none"/>
              </a:ln>
            </p:spPr>
          </p:cxnSp>
          <p:cxnSp>
            <p:nvCxnSpPr>
              <p:cNvPr id="808" name="Google Shape;808;p65"/>
              <p:cNvCxnSpPr>
                <a:stCxn id="800" idx="1"/>
              </p:cNvCxnSpPr>
              <p:nvPr/>
            </p:nvCxnSpPr>
            <p:spPr>
              <a:xfrm>
                <a:off x="6550282" y="1109348"/>
                <a:ext cx="226200" cy="391800"/>
              </a:xfrm>
              <a:prstGeom prst="straightConnector1">
                <a:avLst/>
              </a:prstGeom>
              <a:noFill/>
              <a:ln cap="flat" cmpd="sng" w="9525">
                <a:solidFill>
                  <a:schemeClr val="dk2"/>
                </a:solidFill>
                <a:prstDash val="solid"/>
                <a:round/>
                <a:headEnd len="sm" w="sm" type="none"/>
                <a:tailEnd len="sm" w="sm" type="none"/>
              </a:ln>
            </p:spPr>
          </p:cxnSp>
          <p:sp>
            <p:nvSpPr>
              <p:cNvPr id="809" name="Google Shape;809;p65"/>
              <p:cNvSpPr/>
              <p:nvPr/>
            </p:nvSpPr>
            <p:spPr>
              <a:xfrm>
                <a:off x="6736425" y="14627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810" name="Google Shape;810;p65"/>
              <p:cNvCxnSpPr>
                <a:stCxn id="794" idx="5"/>
              </p:cNvCxnSpPr>
              <p:nvPr/>
            </p:nvCxnSpPr>
            <p:spPr>
              <a:xfrm flipH="1" rot="10800000">
                <a:off x="7079104" y="-816056"/>
                <a:ext cx="275700" cy="477600"/>
              </a:xfrm>
              <a:prstGeom prst="straightConnector1">
                <a:avLst/>
              </a:prstGeom>
              <a:noFill/>
              <a:ln cap="flat" cmpd="sng" w="9525">
                <a:solidFill>
                  <a:schemeClr val="dk2"/>
                </a:solidFill>
                <a:prstDash val="solid"/>
                <a:round/>
                <a:headEnd len="sm" w="sm" type="none"/>
                <a:tailEnd len="sm" w="sm" type="none"/>
              </a:ln>
            </p:spPr>
          </p:cxnSp>
          <p:sp>
            <p:nvSpPr>
              <p:cNvPr id="811" name="Google Shape;811;p65"/>
              <p:cNvSpPr/>
              <p:nvPr/>
            </p:nvSpPr>
            <p:spPr>
              <a:xfrm>
                <a:off x="7315575" y="-8513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12" name="Google Shape;812;p65"/>
              <p:cNvSpPr/>
              <p:nvPr/>
            </p:nvSpPr>
            <p:spPr>
              <a:xfrm>
                <a:off x="4180777" y="58866"/>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813" name="Google Shape;813;p65"/>
            <p:cNvGrpSpPr/>
            <p:nvPr/>
          </p:nvGrpSpPr>
          <p:grpSpPr>
            <a:xfrm flipH="1" rot="-5400000">
              <a:off x="213144" y="3800116"/>
              <a:ext cx="1180258" cy="1390907"/>
              <a:chOff x="4046769" y="1482116"/>
              <a:chExt cx="1180258" cy="1390907"/>
            </a:xfrm>
          </p:grpSpPr>
          <p:grpSp>
            <p:nvGrpSpPr>
              <p:cNvPr id="814" name="Google Shape;814;p65"/>
              <p:cNvGrpSpPr/>
              <p:nvPr/>
            </p:nvGrpSpPr>
            <p:grpSpPr>
              <a:xfrm>
                <a:off x="4046769" y="1482116"/>
                <a:ext cx="1180258" cy="756167"/>
                <a:chOff x="4046769" y="1482116"/>
                <a:chExt cx="1180258" cy="756167"/>
              </a:xfrm>
            </p:grpSpPr>
            <p:grpSp>
              <p:nvGrpSpPr>
                <p:cNvPr id="815" name="Google Shape;815;p65"/>
                <p:cNvGrpSpPr/>
                <p:nvPr/>
              </p:nvGrpSpPr>
              <p:grpSpPr>
                <a:xfrm>
                  <a:off x="4046769" y="1482116"/>
                  <a:ext cx="873044" cy="756167"/>
                  <a:chOff x="8022925" y="186250"/>
                  <a:chExt cx="815700" cy="706500"/>
                </a:xfrm>
              </p:grpSpPr>
              <p:sp>
                <p:nvSpPr>
                  <p:cNvPr id="816" name="Google Shape;816;p65"/>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17" name="Google Shape;817;p65"/>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18" name="Google Shape;818;p65"/>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819" name="Google Shape;819;p65"/>
                <p:cNvSpPr/>
                <p:nvPr/>
              </p:nvSpPr>
              <p:spPr>
                <a:xfrm>
                  <a:off x="4919827" y="195357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20" name="Google Shape;820;p65"/>
                <p:cNvSpPr/>
                <p:nvPr/>
              </p:nvSpPr>
              <p:spPr>
                <a:xfrm>
                  <a:off x="4981813" y="15413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821" name="Google Shape;821;p65"/>
              <p:cNvCxnSpPr>
                <a:stCxn id="816" idx="1"/>
                <a:endCxn id="822" idx="0"/>
              </p:cNvCxnSpPr>
              <p:nvPr/>
            </p:nvCxnSpPr>
            <p:spPr>
              <a:xfrm flipH="1" rot="-5400000">
                <a:off x="4749671" y="2219383"/>
                <a:ext cx="135000" cy="172800"/>
              </a:xfrm>
              <a:prstGeom prst="straightConnector1">
                <a:avLst/>
              </a:prstGeom>
              <a:noFill/>
              <a:ln cap="flat" cmpd="sng" w="9525">
                <a:solidFill>
                  <a:schemeClr val="dk2"/>
                </a:solidFill>
                <a:prstDash val="solid"/>
                <a:round/>
                <a:headEnd len="sm" w="sm" type="none"/>
                <a:tailEnd len="sm" w="sm" type="none"/>
              </a:ln>
            </p:spPr>
          </p:cxnSp>
          <p:sp>
            <p:nvSpPr>
              <p:cNvPr id="822" name="Google Shape;822;p65"/>
              <p:cNvSpPr/>
              <p:nvPr/>
            </p:nvSpPr>
            <p:spPr>
              <a:xfrm rot="-5400000">
                <a:off x="4653574" y="2406673"/>
                <a:ext cx="499800" cy="4329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23" name="Google Shape;823;p65"/>
              <p:cNvSpPr/>
              <p:nvPr/>
            </p:nvSpPr>
            <p:spPr>
              <a:xfrm rot="-5400000">
                <a:off x="4704500" y="2450622"/>
                <a:ext cx="398100" cy="345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_1">
    <p:spTree>
      <p:nvGrpSpPr>
        <p:cNvPr id="824" name="Shape 824"/>
        <p:cNvGrpSpPr/>
        <p:nvPr/>
      </p:nvGrpSpPr>
      <p:grpSpPr>
        <a:xfrm>
          <a:off x="0" y="0"/>
          <a:ext cx="0" cy="0"/>
          <a:chOff x="0" y="0"/>
          <a:chExt cx="0" cy="0"/>
        </a:xfrm>
      </p:grpSpPr>
      <p:sp>
        <p:nvSpPr>
          <p:cNvPr id="825" name="Google Shape;825;p6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826" name="Google Shape;826;p66"/>
          <p:cNvGrpSpPr/>
          <p:nvPr/>
        </p:nvGrpSpPr>
        <p:grpSpPr>
          <a:xfrm>
            <a:off x="36670" y="-818387"/>
            <a:ext cx="9710039" cy="5836570"/>
            <a:chOff x="36670" y="-818387"/>
            <a:chExt cx="9710039" cy="5836570"/>
          </a:xfrm>
        </p:grpSpPr>
        <p:grpSp>
          <p:nvGrpSpPr>
            <p:cNvPr id="827" name="Google Shape;827;p66"/>
            <p:cNvGrpSpPr/>
            <p:nvPr/>
          </p:nvGrpSpPr>
          <p:grpSpPr>
            <a:xfrm>
              <a:off x="6586639" y="-818387"/>
              <a:ext cx="3160070" cy="2326678"/>
              <a:chOff x="6586639" y="-781700"/>
              <a:chExt cx="3160070" cy="2326678"/>
            </a:xfrm>
          </p:grpSpPr>
          <p:grpSp>
            <p:nvGrpSpPr>
              <p:cNvPr id="828" name="Google Shape;828;p66"/>
              <p:cNvGrpSpPr/>
              <p:nvPr/>
            </p:nvGrpSpPr>
            <p:grpSpPr>
              <a:xfrm flipH="1">
                <a:off x="7382025" y="-781700"/>
                <a:ext cx="2364684" cy="2326678"/>
                <a:chOff x="5404368" y="-851325"/>
                <a:chExt cx="2364684" cy="2326678"/>
              </a:xfrm>
            </p:grpSpPr>
            <p:grpSp>
              <p:nvGrpSpPr>
                <p:cNvPr id="829" name="Google Shape;829;p66"/>
                <p:cNvGrpSpPr/>
                <p:nvPr/>
              </p:nvGrpSpPr>
              <p:grpSpPr>
                <a:xfrm>
                  <a:off x="6360273" y="-338456"/>
                  <a:ext cx="917499" cy="794671"/>
                  <a:chOff x="8022925" y="186250"/>
                  <a:chExt cx="815700" cy="706500"/>
                </a:xfrm>
              </p:grpSpPr>
              <p:sp>
                <p:nvSpPr>
                  <p:cNvPr id="830" name="Google Shape;830;p66"/>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31" name="Google Shape;831;p66"/>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832" name="Google Shape;832;p66"/>
                <p:cNvGrpSpPr/>
                <p:nvPr/>
              </p:nvGrpSpPr>
              <p:grpSpPr>
                <a:xfrm>
                  <a:off x="5548840" y="-8756"/>
                  <a:ext cx="587793" cy="509104"/>
                  <a:chOff x="8022925" y="186250"/>
                  <a:chExt cx="815700" cy="706500"/>
                </a:xfrm>
              </p:grpSpPr>
              <p:sp>
                <p:nvSpPr>
                  <p:cNvPr id="833" name="Google Shape;833;p66"/>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34" name="Google Shape;834;p66"/>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835" name="Google Shape;835;p66"/>
                <p:cNvGrpSpPr/>
                <p:nvPr/>
              </p:nvGrpSpPr>
              <p:grpSpPr>
                <a:xfrm>
                  <a:off x="6089765" y="600244"/>
                  <a:ext cx="587793" cy="509104"/>
                  <a:chOff x="8022925" y="186250"/>
                  <a:chExt cx="815700" cy="706500"/>
                </a:xfrm>
              </p:grpSpPr>
              <p:sp>
                <p:nvSpPr>
                  <p:cNvPr id="836" name="Google Shape;836;p66"/>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37" name="Google Shape;837;p66"/>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838" name="Google Shape;838;p66"/>
                <p:cNvSpPr/>
                <p:nvPr/>
              </p:nvSpPr>
              <p:spPr>
                <a:xfrm>
                  <a:off x="6499238" y="5521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39" name="Google Shape;839;p66"/>
                <p:cNvSpPr/>
                <p:nvPr/>
              </p:nvSpPr>
              <p:spPr>
                <a:xfrm>
                  <a:off x="7461852" y="112753"/>
                  <a:ext cx="307200" cy="2661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840" name="Google Shape;840;p66"/>
                <p:cNvCxnSpPr/>
                <p:nvPr/>
              </p:nvCxnSpPr>
              <p:spPr>
                <a:xfrm>
                  <a:off x="5404368" y="355166"/>
                  <a:ext cx="285600" cy="501600"/>
                </a:xfrm>
                <a:prstGeom prst="straightConnector1">
                  <a:avLst/>
                </a:prstGeom>
                <a:noFill/>
                <a:ln cap="flat" cmpd="sng" w="9525">
                  <a:solidFill>
                    <a:schemeClr val="dk2"/>
                  </a:solidFill>
                  <a:prstDash val="solid"/>
                  <a:round/>
                  <a:headEnd len="sm" w="sm" type="none"/>
                  <a:tailEnd len="sm" w="sm" type="none"/>
                </a:ln>
              </p:spPr>
            </p:cxnSp>
            <p:cxnSp>
              <p:nvCxnSpPr>
                <p:cNvPr id="841" name="Google Shape;841;p66"/>
                <p:cNvCxnSpPr>
                  <a:stCxn id="836" idx="3"/>
                </p:cNvCxnSpPr>
                <p:nvPr/>
              </p:nvCxnSpPr>
              <p:spPr>
                <a:xfrm rot="10800000">
                  <a:off x="5686565" y="854796"/>
                  <a:ext cx="403200" cy="0"/>
                </a:xfrm>
                <a:prstGeom prst="straightConnector1">
                  <a:avLst/>
                </a:prstGeom>
                <a:noFill/>
                <a:ln cap="flat" cmpd="sng" w="9525">
                  <a:solidFill>
                    <a:schemeClr val="dk2"/>
                  </a:solidFill>
                  <a:prstDash val="solid"/>
                  <a:round/>
                  <a:headEnd len="sm" w="sm" type="none"/>
                  <a:tailEnd len="sm" w="sm" type="none"/>
                </a:ln>
              </p:spPr>
            </p:cxnSp>
            <p:cxnSp>
              <p:nvCxnSpPr>
                <p:cNvPr id="842" name="Google Shape;842;p66"/>
                <p:cNvCxnSpPr>
                  <a:stCxn id="833" idx="0"/>
                </p:cNvCxnSpPr>
                <p:nvPr/>
              </p:nvCxnSpPr>
              <p:spPr>
                <a:xfrm>
                  <a:off x="6136633" y="245796"/>
                  <a:ext cx="154500" cy="0"/>
                </a:xfrm>
                <a:prstGeom prst="straightConnector1">
                  <a:avLst/>
                </a:prstGeom>
                <a:noFill/>
                <a:ln cap="flat" cmpd="sng" w="9525">
                  <a:solidFill>
                    <a:schemeClr val="dk2"/>
                  </a:solidFill>
                  <a:prstDash val="solid"/>
                  <a:round/>
                  <a:headEnd len="sm" w="sm" type="none"/>
                  <a:tailEnd len="sm" w="sm" type="none"/>
                </a:ln>
              </p:spPr>
            </p:cxnSp>
            <p:cxnSp>
              <p:nvCxnSpPr>
                <p:cNvPr id="843" name="Google Shape;843;p66"/>
                <p:cNvCxnSpPr>
                  <a:stCxn id="830" idx="3"/>
                </p:cNvCxnSpPr>
                <p:nvPr/>
              </p:nvCxnSpPr>
              <p:spPr>
                <a:xfrm flipH="1">
                  <a:off x="6287073" y="58880"/>
                  <a:ext cx="73200" cy="187500"/>
                </a:xfrm>
                <a:prstGeom prst="straightConnector1">
                  <a:avLst/>
                </a:prstGeom>
                <a:noFill/>
                <a:ln cap="flat" cmpd="sng" w="9525">
                  <a:solidFill>
                    <a:schemeClr val="dk2"/>
                  </a:solidFill>
                  <a:prstDash val="solid"/>
                  <a:round/>
                  <a:headEnd len="sm" w="sm" type="none"/>
                  <a:tailEnd len="sm" w="sm" type="none"/>
                </a:ln>
              </p:spPr>
            </p:cxnSp>
            <p:cxnSp>
              <p:nvCxnSpPr>
                <p:cNvPr id="844" name="Google Shape;844;p66"/>
                <p:cNvCxnSpPr>
                  <a:stCxn id="836" idx="1"/>
                  <a:endCxn id="845" idx="1"/>
                </p:cNvCxnSpPr>
                <p:nvPr/>
              </p:nvCxnSpPr>
              <p:spPr>
                <a:xfrm>
                  <a:off x="6550282" y="1109348"/>
                  <a:ext cx="56400" cy="94200"/>
                </a:xfrm>
                <a:prstGeom prst="straightConnector1">
                  <a:avLst/>
                </a:prstGeom>
                <a:noFill/>
                <a:ln cap="flat" cmpd="sng" w="9525">
                  <a:solidFill>
                    <a:schemeClr val="dk2"/>
                  </a:solidFill>
                  <a:prstDash val="solid"/>
                  <a:round/>
                  <a:headEnd len="sm" w="sm" type="none"/>
                  <a:tailEnd len="sm" w="sm" type="none"/>
                </a:ln>
              </p:spPr>
            </p:cxnSp>
            <p:sp>
              <p:nvSpPr>
                <p:cNvPr id="845" name="Google Shape;845;p66"/>
                <p:cNvSpPr/>
                <p:nvPr/>
              </p:nvSpPr>
              <p:spPr>
                <a:xfrm rot="1364276">
                  <a:off x="6582222" y="1200630"/>
                  <a:ext cx="78392" cy="78392"/>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846" name="Google Shape;846;p66"/>
                <p:cNvCxnSpPr>
                  <a:stCxn id="830" idx="5"/>
                </p:cNvCxnSpPr>
                <p:nvPr/>
              </p:nvCxnSpPr>
              <p:spPr>
                <a:xfrm flipH="1" rot="10800000">
                  <a:off x="7079104" y="-816056"/>
                  <a:ext cx="275700" cy="477600"/>
                </a:xfrm>
                <a:prstGeom prst="straightConnector1">
                  <a:avLst/>
                </a:prstGeom>
                <a:noFill/>
                <a:ln cap="flat" cmpd="sng" w="9525">
                  <a:solidFill>
                    <a:schemeClr val="dk2"/>
                  </a:solidFill>
                  <a:prstDash val="solid"/>
                  <a:round/>
                  <a:headEnd len="sm" w="sm" type="none"/>
                  <a:tailEnd len="sm" w="sm" type="none"/>
                </a:ln>
              </p:spPr>
            </p:cxnSp>
            <p:sp>
              <p:nvSpPr>
                <p:cNvPr id="847" name="Google Shape;847;p66"/>
                <p:cNvSpPr/>
                <p:nvPr/>
              </p:nvSpPr>
              <p:spPr>
                <a:xfrm>
                  <a:off x="7315575" y="-8513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48" name="Google Shape;848;p66"/>
                <p:cNvSpPr/>
                <p:nvPr/>
              </p:nvSpPr>
              <p:spPr>
                <a:xfrm>
                  <a:off x="6136627" y="12092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849" name="Google Shape;849;p66"/>
              <p:cNvGrpSpPr/>
              <p:nvPr/>
            </p:nvGrpSpPr>
            <p:grpSpPr>
              <a:xfrm flipH="1">
                <a:off x="6586639" y="-215983"/>
                <a:ext cx="795389" cy="688979"/>
                <a:chOff x="8022925" y="186250"/>
                <a:chExt cx="815700" cy="706500"/>
              </a:xfrm>
            </p:grpSpPr>
            <p:sp>
              <p:nvSpPr>
                <p:cNvPr id="850" name="Google Shape;850;p66"/>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51" name="Google Shape;851;p66"/>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52" name="Google Shape;852;p66"/>
                <p:cNvSpPr/>
                <p:nvPr/>
              </p:nvSpPr>
              <p:spPr>
                <a:xfrm>
                  <a:off x="8222718" y="359307"/>
                  <a:ext cx="416100" cy="3606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853" name="Google Shape;853;p66"/>
              <p:cNvCxnSpPr>
                <a:stCxn id="850" idx="3"/>
                <a:endCxn id="830" idx="0"/>
              </p:cNvCxnSpPr>
              <p:nvPr/>
            </p:nvCxnSpPr>
            <p:spPr>
              <a:xfrm>
                <a:off x="7382028" y="128507"/>
                <a:ext cx="491400" cy="0"/>
              </a:xfrm>
              <a:prstGeom prst="straightConnector1">
                <a:avLst/>
              </a:prstGeom>
              <a:noFill/>
              <a:ln cap="flat" cmpd="sng" w="9525">
                <a:solidFill>
                  <a:schemeClr val="dk2"/>
                </a:solidFill>
                <a:prstDash val="solid"/>
                <a:round/>
                <a:headEnd len="sm" w="sm" type="none"/>
                <a:tailEnd len="sm" w="sm" type="none"/>
              </a:ln>
            </p:spPr>
          </p:cxnSp>
        </p:grpSp>
        <p:grpSp>
          <p:nvGrpSpPr>
            <p:cNvPr id="854" name="Google Shape;854;p66"/>
            <p:cNvGrpSpPr/>
            <p:nvPr/>
          </p:nvGrpSpPr>
          <p:grpSpPr>
            <a:xfrm flipH="1">
              <a:off x="8499344" y="3177041"/>
              <a:ext cx="1180258" cy="1390907"/>
              <a:chOff x="4046769" y="1482116"/>
              <a:chExt cx="1180258" cy="1390907"/>
            </a:xfrm>
          </p:grpSpPr>
          <p:grpSp>
            <p:nvGrpSpPr>
              <p:cNvPr id="855" name="Google Shape;855;p66"/>
              <p:cNvGrpSpPr/>
              <p:nvPr/>
            </p:nvGrpSpPr>
            <p:grpSpPr>
              <a:xfrm>
                <a:off x="4046769" y="1482116"/>
                <a:ext cx="1180258" cy="756167"/>
                <a:chOff x="4046769" y="1482116"/>
                <a:chExt cx="1180258" cy="756167"/>
              </a:xfrm>
            </p:grpSpPr>
            <p:grpSp>
              <p:nvGrpSpPr>
                <p:cNvPr id="856" name="Google Shape;856;p66"/>
                <p:cNvGrpSpPr/>
                <p:nvPr/>
              </p:nvGrpSpPr>
              <p:grpSpPr>
                <a:xfrm>
                  <a:off x="4046769" y="1482116"/>
                  <a:ext cx="873044" cy="756167"/>
                  <a:chOff x="8022925" y="186250"/>
                  <a:chExt cx="815700" cy="706500"/>
                </a:xfrm>
              </p:grpSpPr>
              <p:sp>
                <p:nvSpPr>
                  <p:cNvPr id="857" name="Google Shape;857;p66"/>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58" name="Google Shape;858;p66"/>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59" name="Google Shape;859;p66"/>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860" name="Google Shape;860;p66"/>
                <p:cNvSpPr/>
                <p:nvPr/>
              </p:nvSpPr>
              <p:spPr>
                <a:xfrm>
                  <a:off x="4919827" y="195357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61" name="Google Shape;861;p66"/>
                <p:cNvSpPr/>
                <p:nvPr/>
              </p:nvSpPr>
              <p:spPr>
                <a:xfrm>
                  <a:off x="4981813" y="15413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862" name="Google Shape;862;p66"/>
              <p:cNvCxnSpPr>
                <a:stCxn id="857" idx="1"/>
                <a:endCxn id="863" idx="0"/>
              </p:cNvCxnSpPr>
              <p:nvPr/>
            </p:nvCxnSpPr>
            <p:spPr>
              <a:xfrm>
                <a:off x="4730771" y="2238283"/>
                <a:ext cx="172800" cy="135000"/>
              </a:xfrm>
              <a:prstGeom prst="straightConnector1">
                <a:avLst/>
              </a:prstGeom>
              <a:noFill/>
              <a:ln cap="flat" cmpd="sng" w="9525">
                <a:solidFill>
                  <a:schemeClr val="dk2"/>
                </a:solidFill>
                <a:prstDash val="solid"/>
                <a:round/>
                <a:headEnd len="sm" w="sm" type="none"/>
                <a:tailEnd len="sm" w="sm" type="none"/>
              </a:ln>
            </p:spPr>
          </p:cxnSp>
          <p:sp>
            <p:nvSpPr>
              <p:cNvPr id="863" name="Google Shape;863;p66"/>
              <p:cNvSpPr/>
              <p:nvPr/>
            </p:nvSpPr>
            <p:spPr>
              <a:xfrm rot="-5400000">
                <a:off x="4653574" y="2406673"/>
                <a:ext cx="499800" cy="4329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64" name="Google Shape;864;p66"/>
              <p:cNvSpPr/>
              <p:nvPr/>
            </p:nvSpPr>
            <p:spPr>
              <a:xfrm rot="-5400000">
                <a:off x="4704500" y="2450622"/>
                <a:ext cx="398100" cy="345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865" name="Google Shape;865;p66"/>
            <p:cNvGrpSpPr/>
            <p:nvPr/>
          </p:nvGrpSpPr>
          <p:grpSpPr>
            <a:xfrm flipH="1" rot="10800000">
              <a:off x="36670" y="3291158"/>
              <a:ext cx="1023526" cy="1727025"/>
              <a:chOff x="-5" y="2300632"/>
              <a:chExt cx="1023526" cy="1727025"/>
            </a:xfrm>
          </p:grpSpPr>
          <p:grpSp>
            <p:nvGrpSpPr>
              <p:cNvPr id="866" name="Google Shape;866;p66"/>
              <p:cNvGrpSpPr/>
              <p:nvPr/>
            </p:nvGrpSpPr>
            <p:grpSpPr>
              <a:xfrm rot="5400000">
                <a:off x="-417172" y="2717800"/>
                <a:ext cx="1413385" cy="579050"/>
                <a:chOff x="2195315" y="2002175"/>
                <a:chExt cx="1413385" cy="579050"/>
              </a:xfrm>
            </p:grpSpPr>
            <p:grpSp>
              <p:nvGrpSpPr>
                <p:cNvPr id="867" name="Google Shape;867;p66"/>
                <p:cNvGrpSpPr/>
                <p:nvPr/>
              </p:nvGrpSpPr>
              <p:grpSpPr>
                <a:xfrm rot="10800000">
                  <a:off x="2273907" y="2024002"/>
                  <a:ext cx="587793" cy="509104"/>
                  <a:chOff x="8022925" y="186250"/>
                  <a:chExt cx="815700" cy="706500"/>
                </a:xfrm>
              </p:grpSpPr>
              <p:sp>
                <p:nvSpPr>
                  <p:cNvPr id="868" name="Google Shape;868;p66"/>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69" name="Google Shape;869;p66"/>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870" name="Google Shape;870;p66"/>
                <p:cNvSpPr/>
                <p:nvPr/>
              </p:nvSpPr>
              <p:spPr>
                <a:xfrm rot="10800000">
                  <a:off x="2349928" y="24789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871" name="Google Shape;871;p66"/>
                <p:cNvCxnSpPr>
                  <a:stCxn id="868" idx="3"/>
                  <a:endCxn id="872" idx="0"/>
                </p:cNvCxnSpPr>
                <p:nvPr/>
              </p:nvCxnSpPr>
              <p:spPr>
                <a:xfrm rot="10800000">
                  <a:off x="3235200" y="1905054"/>
                  <a:ext cx="0" cy="747000"/>
                </a:xfrm>
                <a:prstGeom prst="straightConnector1">
                  <a:avLst/>
                </a:prstGeom>
                <a:noFill/>
                <a:ln cap="flat" cmpd="sng" w="9525">
                  <a:solidFill>
                    <a:schemeClr val="dk2"/>
                  </a:solidFill>
                  <a:prstDash val="solid"/>
                  <a:round/>
                  <a:headEnd len="sm" w="sm" type="none"/>
                  <a:tailEnd len="sm" w="sm" type="none"/>
                </a:ln>
              </p:spPr>
            </p:cxnSp>
            <p:sp>
              <p:nvSpPr>
                <p:cNvPr id="873" name="Google Shape;873;p66"/>
                <p:cNvSpPr/>
                <p:nvPr/>
              </p:nvSpPr>
              <p:spPr>
                <a:xfrm rot="10800000">
                  <a:off x="2195315" y="20021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872" name="Google Shape;872;p66"/>
              <p:cNvSpPr/>
              <p:nvPr/>
            </p:nvSpPr>
            <p:spPr>
              <a:xfrm rot="-5400000">
                <a:off x="145946" y="3735157"/>
                <a:ext cx="313500" cy="271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74" name="Google Shape;874;p66"/>
              <p:cNvSpPr/>
              <p:nvPr/>
            </p:nvSpPr>
            <p:spPr>
              <a:xfrm rot="-5400000">
                <a:off x="731021" y="2321632"/>
                <a:ext cx="313500" cy="271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75" name="Shape 875"/>
        <p:cNvGrpSpPr/>
        <p:nvPr/>
      </p:nvGrpSpPr>
      <p:grpSpPr>
        <a:xfrm>
          <a:off x="0" y="0"/>
          <a:ext cx="0" cy="0"/>
          <a:chOff x="0" y="0"/>
          <a:chExt cx="0" cy="0"/>
        </a:xfrm>
      </p:grpSpPr>
      <p:sp>
        <p:nvSpPr>
          <p:cNvPr id="876" name="Google Shape;876;p6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77" name="Google Shape;877;p67"/>
          <p:cNvSpPr txBox="1"/>
          <p:nvPr>
            <p:ph idx="1" type="subTitle"/>
          </p:nvPr>
        </p:nvSpPr>
        <p:spPr>
          <a:xfrm>
            <a:off x="4725900" y="1872353"/>
            <a:ext cx="3698100" cy="273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2"/>
              </a:buClr>
              <a:buSzPts val="1400"/>
              <a:buChar char="●"/>
              <a:defRPr b="0" sz="1400"/>
            </a:lvl1pPr>
            <a:lvl2pPr lvl="1" algn="ctr">
              <a:lnSpc>
                <a:spcPct val="115000"/>
              </a:lnSpc>
              <a:spcBef>
                <a:spcPts val="1000"/>
              </a:spcBef>
              <a:spcAft>
                <a:spcPts val="0"/>
              </a:spcAft>
              <a:buSzPts val="2800"/>
              <a:buChar char="○"/>
              <a:defRPr sz="2800"/>
            </a:lvl2pPr>
            <a:lvl3pPr lvl="2" algn="ctr">
              <a:lnSpc>
                <a:spcPct val="115000"/>
              </a:lnSpc>
              <a:spcBef>
                <a:spcPts val="0"/>
              </a:spcBef>
              <a:spcAft>
                <a:spcPts val="0"/>
              </a:spcAft>
              <a:buSzPts val="2800"/>
              <a:buChar char="■"/>
              <a:defRPr sz="2800"/>
            </a:lvl3pPr>
            <a:lvl4pPr lvl="3" algn="ctr">
              <a:lnSpc>
                <a:spcPct val="115000"/>
              </a:lnSpc>
              <a:spcBef>
                <a:spcPts val="0"/>
              </a:spcBef>
              <a:spcAft>
                <a:spcPts val="0"/>
              </a:spcAft>
              <a:buSzPts val="2800"/>
              <a:buChar char="●"/>
              <a:defRPr sz="2800"/>
            </a:lvl4pPr>
            <a:lvl5pPr lvl="4" algn="ctr">
              <a:lnSpc>
                <a:spcPct val="115000"/>
              </a:lnSpc>
              <a:spcBef>
                <a:spcPts val="0"/>
              </a:spcBef>
              <a:spcAft>
                <a:spcPts val="0"/>
              </a:spcAft>
              <a:buSzPts val="2800"/>
              <a:buChar char="○"/>
              <a:defRPr sz="2800"/>
            </a:lvl5pPr>
            <a:lvl6pPr lvl="5" algn="ctr">
              <a:lnSpc>
                <a:spcPct val="115000"/>
              </a:lnSpc>
              <a:spcBef>
                <a:spcPts val="0"/>
              </a:spcBef>
              <a:spcAft>
                <a:spcPts val="0"/>
              </a:spcAft>
              <a:buSzPts val="2800"/>
              <a:buChar char="■"/>
              <a:defRPr sz="2800"/>
            </a:lvl6pPr>
            <a:lvl7pPr lvl="6" algn="ctr">
              <a:lnSpc>
                <a:spcPct val="115000"/>
              </a:lnSpc>
              <a:spcBef>
                <a:spcPts val="0"/>
              </a:spcBef>
              <a:spcAft>
                <a:spcPts val="0"/>
              </a:spcAft>
              <a:buSzPts val="2800"/>
              <a:buChar char="●"/>
              <a:defRPr sz="2800"/>
            </a:lvl7pPr>
            <a:lvl8pPr lvl="7" algn="ctr">
              <a:lnSpc>
                <a:spcPct val="115000"/>
              </a:lnSpc>
              <a:spcBef>
                <a:spcPts val="0"/>
              </a:spcBef>
              <a:spcAft>
                <a:spcPts val="0"/>
              </a:spcAft>
              <a:buSzPts val="2800"/>
              <a:buChar char="○"/>
              <a:defRPr sz="2800"/>
            </a:lvl8pPr>
            <a:lvl9pPr lvl="8" algn="ctr">
              <a:lnSpc>
                <a:spcPct val="115000"/>
              </a:lnSpc>
              <a:spcBef>
                <a:spcPts val="0"/>
              </a:spcBef>
              <a:spcAft>
                <a:spcPts val="0"/>
              </a:spcAft>
              <a:buSzPts val="2800"/>
              <a:buChar char="■"/>
              <a:defRPr sz="2800"/>
            </a:lvl9pPr>
          </a:lstStyle>
          <a:p/>
        </p:txBody>
      </p:sp>
      <p:sp>
        <p:nvSpPr>
          <p:cNvPr id="878" name="Google Shape;878;p67"/>
          <p:cNvSpPr txBox="1"/>
          <p:nvPr>
            <p:ph idx="2" type="subTitle"/>
          </p:nvPr>
        </p:nvSpPr>
        <p:spPr>
          <a:xfrm>
            <a:off x="720000" y="1872353"/>
            <a:ext cx="3698100" cy="273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2"/>
              </a:buClr>
              <a:buSzPts val="1400"/>
              <a:buChar char="●"/>
              <a:defRPr b="0" sz="1400"/>
            </a:lvl1pPr>
            <a:lvl2pPr lvl="1" algn="ctr">
              <a:lnSpc>
                <a:spcPct val="115000"/>
              </a:lnSpc>
              <a:spcBef>
                <a:spcPts val="1000"/>
              </a:spcBef>
              <a:spcAft>
                <a:spcPts val="0"/>
              </a:spcAft>
              <a:buSzPts val="1400"/>
              <a:buChar char="○"/>
              <a:defRPr sz="2800"/>
            </a:lvl2pPr>
            <a:lvl3pPr lvl="2" algn="ctr">
              <a:lnSpc>
                <a:spcPct val="115000"/>
              </a:lnSpc>
              <a:spcBef>
                <a:spcPts val="0"/>
              </a:spcBef>
              <a:spcAft>
                <a:spcPts val="0"/>
              </a:spcAft>
              <a:buSzPts val="1400"/>
              <a:buChar char="■"/>
              <a:defRPr sz="2800"/>
            </a:lvl3pPr>
            <a:lvl4pPr lvl="3" algn="ctr">
              <a:lnSpc>
                <a:spcPct val="115000"/>
              </a:lnSpc>
              <a:spcBef>
                <a:spcPts val="0"/>
              </a:spcBef>
              <a:spcAft>
                <a:spcPts val="0"/>
              </a:spcAft>
              <a:buSzPts val="1400"/>
              <a:buChar char="●"/>
              <a:defRPr sz="2800"/>
            </a:lvl4pPr>
            <a:lvl5pPr lvl="4" algn="ctr">
              <a:lnSpc>
                <a:spcPct val="115000"/>
              </a:lnSpc>
              <a:spcBef>
                <a:spcPts val="0"/>
              </a:spcBef>
              <a:spcAft>
                <a:spcPts val="0"/>
              </a:spcAft>
              <a:buSzPts val="1400"/>
              <a:buChar char="○"/>
              <a:defRPr sz="2800"/>
            </a:lvl5pPr>
            <a:lvl6pPr lvl="5" algn="ctr">
              <a:lnSpc>
                <a:spcPct val="115000"/>
              </a:lnSpc>
              <a:spcBef>
                <a:spcPts val="0"/>
              </a:spcBef>
              <a:spcAft>
                <a:spcPts val="0"/>
              </a:spcAft>
              <a:buSzPts val="1400"/>
              <a:buChar char="■"/>
              <a:defRPr sz="2800"/>
            </a:lvl6pPr>
            <a:lvl7pPr lvl="6" algn="ctr">
              <a:lnSpc>
                <a:spcPct val="115000"/>
              </a:lnSpc>
              <a:spcBef>
                <a:spcPts val="0"/>
              </a:spcBef>
              <a:spcAft>
                <a:spcPts val="0"/>
              </a:spcAft>
              <a:buSzPts val="1400"/>
              <a:buChar char="●"/>
              <a:defRPr sz="2800"/>
            </a:lvl7pPr>
            <a:lvl8pPr lvl="7" algn="ctr">
              <a:lnSpc>
                <a:spcPct val="115000"/>
              </a:lnSpc>
              <a:spcBef>
                <a:spcPts val="0"/>
              </a:spcBef>
              <a:spcAft>
                <a:spcPts val="0"/>
              </a:spcAft>
              <a:buSzPts val="1400"/>
              <a:buChar char="○"/>
              <a:defRPr sz="2800"/>
            </a:lvl8pPr>
            <a:lvl9pPr lvl="8" algn="ctr">
              <a:lnSpc>
                <a:spcPct val="115000"/>
              </a:lnSpc>
              <a:spcBef>
                <a:spcPts val="0"/>
              </a:spcBef>
              <a:spcAft>
                <a:spcPts val="0"/>
              </a:spcAft>
              <a:buSzPts val="1400"/>
              <a:buChar char="■"/>
              <a:defRPr sz="2800"/>
            </a:lvl9pPr>
          </a:lstStyle>
          <a:p/>
        </p:txBody>
      </p:sp>
      <p:sp>
        <p:nvSpPr>
          <p:cNvPr id="879" name="Google Shape;879;p67"/>
          <p:cNvSpPr txBox="1"/>
          <p:nvPr>
            <p:ph idx="3" type="subTitle"/>
          </p:nvPr>
        </p:nvSpPr>
        <p:spPr>
          <a:xfrm>
            <a:off x="720000" y="1460025"/>
            <a:ext cx="3698100" cy="4731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Archivo"/>
              <a:buNone/>
              <a:defRPr b="1" sz="2000">
                <a:latin typeface="Archivo"/>
                <a:ea typeface="Archivo"/>
                <a:cs typeface="Archivo"/>
                <a:sym typeface="Archivo"/>
              </a:defRPr>
            </a:lvl1pPr>
            <a:lvl2pPr lvl="1" algn="l">
              <a:lnSpc>
                <a:spcPct val="115000"/>
              </a:lnSpc>
              <a:spcBef>
                <a:spcPts val="0"/>
              </a:spcBef>
              <a:spcAft>
                <a:spcPts val="0"/>
              </a:spcAft>
              <a:buSzPts val="1400"/>
              <a:buFont typeface="Archivo"/>
              <a:buNone/>
              <a:defRPr b="1">
                <a:latin typeface="Archivo"/>
                <a:ea typeface="Archivo"/>
                <a:cs typeface="Archivo"/>
                <a:sym typeface="Archivo"/>
              </a:defRPr>
            </a:lvl2pPr>
            <a:lvl3pPr lvl="2" algn="l">
              <a:lnSpc>
                <a:spcPct val="115000"/>
              </a:lnSpc>
              <a:spcBef>
                <a:spcPts val="0"/>
              </a:spcBef>
              <a:spcAft>
                <a:spcPts val="0"/>
              </a:spcAft>
              <a:buSzPts val="1400"/>
              <a:buFont typeface="Archivo"/>
              <a:buNone/>
              <a:defRPr b="1">
                <a:latin typeface="Archivo"/>
                <a:ea typeface="Archivo"/>
                <a:cs typeface="Archivo"/>
                <a:sym typeface="Archivo"/>
              </a:defRPr>
            </a:lvl3pPr>
            <a:lvl4pPr lvl="3" algn="l">
              <a:lnSpc>
                <a:spcPct val="115000"/>
              </a:lnSpc>
              <a:spcBef>
                <a:spcPts val="0"/>
              </a:spcBef>
              <a:spcAft>
                <a:spcPts val="0"/>
              </a:spcAft>
              <a:buSzPts val="1400"/>
              <a:buFont typeface="Archivo"/>
              <a:buNone/>
              <a:defRPr b="1">
                <a:latin typeface="Archivo"/>
                <a:ea typeface="Archivo"/>
                <a:cs typeface="Archivo"/>
                <a:sym typeface="Archivo"/>
              </a:defRPr>
            </a:lvl4pPr>
            <a:lvl5pPr lvl="4" algn="l">
              <a:lnSpc>
                <a:spcPct val="115000"/>
              </a:lnSpc>
              <a:spcBef>
                <a:spcPts val="0"/>
              </a:spcBef>
              <a:spcAft>
                <a:spcPts val="0"/>
              </a:spcAft>
              <a:buSzPts val="1400"/>
              <a:buFont typeface="Archivo"/>
              <a:buNone/>
              <a:defRPr b="1">
                <a:latin typeface="Archivo"/>
                <a:ea typeface="Archivo"/>
                <a:cs typeface="Archivo"/>
                <a:sym typeface="Archivo"/>
              </a:defRPr>
            </a:lvl5pPr>
            <a:lvl6pPr lvl="5" algn="l">
              <a:lnSpc>
                <a:spcPct val="115000"/>
              </a:lnSpc>
              <a:spcBef>
                <a:spcPts val="0"/>
              </a:spcBef>
              <a:spcAft>
                <a:spcPts val="0"/>
              </a:spcAft>
              <a:buSzPts val="1400"/>
              <a:buFont typeface="Archivo"/>
              <a:buNone/>
              <a:defRPr b="1">
                <a:latin typeface="Archivo"/>
                <a:ea typeface="Archivo"/>
                <a:cs typeface="Archivo"/>
                <a:sym typeface="Archivo"/>
              </a:defRPr>
            </a:lvl6pPr>
            <a:lvl7pPr lvl="6" algn="l">
              <a:lnSpc>
                <a:spcPct val="115000"/>
              </a:lnSpc>
              <a:spcBef>
                <a:spcPts val="0"/>
              </a:spcBef>
              <a:spcAft>
                <a:spcPts val="0"/>
              </a:spcAft>
              <a:buSzPts val="1400"/>
              <a:buFont typeface="Archivo"/>
              <a:buNone/>
              <a:defRPr b="1">
                <a:latin typeface="Archivo"/>
                <a:ea typeface="Archivo"/>
                <a:cs typeface="Archivo"/>
                <a:sym typeface="Archivo"/>
              </a:defRPr>
            </a:lvl7pPr>
            <a:lvl8pPr lvl="7" algn="l">
              <a:lnSpc>
                <a:spcPct val="115000"/>
              </a:lnSpc>
              <a:spcBef>
                <a:spcPts val="0"/>
              </a:spcBef>
              <a:spcAft>
                <a:spcPts val="0"/>
              </a:spcAft>
              <a:buSzPts val="1400"/>
              <a:buFont typeface="Archivo"/>
              <a:buNone/>
              <a:defRPr b="1">
                <a:latin typeface="Archivo"/>
                <a:ea typeface="Archivo"/>
                <a:cs typeface="Archivo"/>
                <a:sym typeface="Archivo"/>
              </a:defRPr>
            </a:lvl8pPr>
            <a:lvl9pPr lvl="8" algn="l">
              <a:lnSpc>
                <a:spcPct val="115000"/>
              </a:lnSpc>
              <a:spcBef>
                <a:spcPts val="0"/>
              </a:spcBef>
              <a:spcAft>
                <a:spcPts val="0"/>
              </a:spcAft>
              <a:buSzPts val="1400"/>
              <a:buFont typeface="Archivo"/>
              <a:buNone/>
              <a:defRPr b="1">
                <a:latin typeface="Archivo"/>
                <a:ea typeface="Archivo"/>
                <a:cs typeface="Archivo"/>
                <a:sym typeface="Archivo"/>
              </a:defRPr>
            </a:lvl9pPr>
          </a:lstStyle>
          <a:p/>
        </p:txBody>
      </p:sp>
      <p:sp>
        <p:nvSpPr>
          <p:cNvPr id="880" name="Google Shape;880;p67"/>
          <p:cNvSpPr txBox="1"/>
          <p:nvPr>
            <p:ph idx="4" type="subTitle"/>
          </p:nvPr>
        </p:nvSpPr>
        <p:spPr>
          <a:xfrm>
            <a:off x="4725900" y="1460025"/>
            <a:ext cx="3698100" cy="4731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Archivo"/>
              <a:buNone/>
              <a:defRPr b="1" sz="2000">
                <a:latin typeface="Archivo"/>
                <a:ea typeface="Archivo"/>
                <a:cs typeface="Archivo"/>
                <a:sym typeface="Archivo"/>
              </a:defRPr>
            </a:lvl1pPr>
            <a:lvl2pPr lvl="1" algn="l">
              <a:lnSpc>
                <a:spcPct val="115000"/>
              </a:lnSpc>
              <a:spcBef>
                <a:spcPts val="0"/>
              </a:spcBef>
              <a:spcAft>
                <a:spcPts val="0"/>
              </a:spcAft>
              <a:buSzPts val="1400"/>
              <a:buFont typeface="Archivo"/>
              <a:buNone/>
              <a:defRPr b="1">
                <a:latin typeface="Archivo"/>
                <a:ea typeface="Archivo"/>
                <a:cs typeface="Archivo"/>
                <a:sym typeface="Archivo"/>
              </a:defRPr>
            </a:lvl2pPr>
            <a:lvl3pPr lvl="2" algn="l">
              <a:lnSpc>
                <a:spcPct val="115000"/>
              </a:lnSpc>
              <a:spcBef>
                <a:spcPts val="0"/>
              </a:spcBef>
              <a:spcAft>
                <a:spcPts val="0"/>
              </a:spcAft>
              <a:buSzPts val="1400"/>
              <a:buFont typeface="Archivo"/>
              <a:buNone/>
              <a:defRPr b="1">
                <a:latin typeface="Archivo"/>
                <a:ea typeface="Archivo"/>
                <a:cs typeface="Archivo"/>
                <a:sym typeface="Archivo"/>
              </a:defRPr>
            </a:lvl3pPr>
            <a:lvl4pPr lvl="3" algn="l">
              <a:lnSpc>
                <a:spcPct val="115000"/>
              </a:lnSpc>
              <a:spcBef>
                <a:spcPts val="0"/>
              </a:spcBef>
              <a:spcAft>
                <a:spcPts val="0"/>
              </a:spcAft>
              <a:buSzPts val="1400"/>
              <a:buFont typeface="Archivo"/>
              <a:buNone/>
              <a:defRPr b="1">
                <a:latin typeface="Archivo"/>
                <a:ea typeface="Archivo"/>
                <a:cs typeface="Archivo"/>
                <a:sym typeface="Archivo"/>
              </a:defRPr>
            </a:lvl4pPr>
            <a:lvl5pPr lvl="4" algn="l">
              <a:lnSpc>
                <a:spcPct val="115000"/>
              </a:lnSpc>
              <a:spcBef>
                <a:spcPts val="0"/>
              </a:spcBef>
              <a:spcAft>
                <a:spcPts val="0"/>
              </a:spcAft>
              <a:buSzPts val="1400"/>
              <a:buFont typeface="Archivo"/>
              <a:buNone/>
              <a:defRPr b="1">
                <a:latin typeface="Archivo"/>
                <a:ea typeface="Archivo"/>
                <a:cs typeface="Archivo"/>
                <a:sym typeface="Archivo"/>
              </a:defRPr>
            </a:lvl5pPr>
            <a:lvl6pPr lvl="5" algn="l">
              <a:lnSpc>
                <a:spcPct val="115000"/>
              </a:lnSpc>
              <a:spcBef>
                <a:spcPts val="0"/>
              </a:spcBef>
              <a:spcAft>
                <a:spcPts val="0"/>
              </a:spcAft>
              <a:buSzPts val="1400"/>
              <a:buFont typeface="Archivo"/>
              <a:buNone/>
              <a:defRPr b="1">
                <a:latin typeface="Archivo"/>
                <a:ea typeface="Archivo"/>
                <a:cs typeface="Archivo"/>
                <a:sym typeface="Archivo"/>
              </a:defRPr>
            </a:lvl6pPr>
            <a:lvl7pPr lvl="6" algn="l">
              <a:lnSpc>
                <a:spcPct val="115000"/>
              </a:lnSpc>
              <a:spcBef>
                <a:spcPts val="0"/>
              </a:spcBef>
              <a:spcAft>
                <a:spcPts val="0"/>
              </a:spcAft>
              <a:buSzPts val="1400"/>
              <a:buFont typeface="Archivo"/>
              <a:buNone/>
              <a:defRPr b="1">
                <a:latin typeface="Archivo"/>
                <a:ea typeface="Archivo"/>
                <a:cs typeface="Archivo"/>
                <a:sym typeface="Archivo"/>
              </a:defRPr>
            </a:lvl7pPr>
            <a:lvl8pPr lvl="7" algn="l">
              <a:lnSpc>
                <a:spcPct val="115000"/>
              </a:lnSpc>
              <a:spcBef>
                <a:spcPts val="0"/>
              </a:spcBef>
              <a:spcAft>
                <a:spcPts val="0"/>
              </a:spcAft>
              <a:buSzPts val="1400"/>
              <a:buFont typeface="Archivo"/>
              <a:buNone/>
              <a:defRPr b="1">
                <a:latin typeface="Archivo"/>
                <a:ea typeface="Archivo"/>
                <a:cs typeface="Archivo"/>
                <a:sym typeface="Archivo"/>
              </a:defRPr>
            </a:lvl8pPr>
            <a:lvl9pPr lvl="8" algn="l">
              <a:lnSpc>
                <a:spcPct val="115000"/>
              </a:lnSpc>
              <a:spcBef>
                <a:spcPts val="0"/>
              </a:spcBef>
              <a:spcAft>
                <a:spcPts val="0"/>
              </a:spcAft>
              <a:buSzPts val="1400"/>
              <a:buFont typeface="Archivo"/>
              <a:buNone/>
              <a:defRPr b="1">
                <a:latin typeface="Archivo"/>
                <a:ea typeface="Archivo"/>
                <a:cs typeface="Archivo"/>
                <a:sym typeface="Archivo"/>
              </a:defRPr>
            </a:lvl9pPr>
          </a:lstStyle>
          <a:p/>
        </p:txBody>
      </p:sp>
      <p:grpSp>
        <p:nvGrpSpPr>
          <p:cNvPr id="881" name="Google Shape;881;p67"/>
          <p:cNvGrpSpPr/>
          <p:nvPr/>
        </p:nvGrpSpPr>
        <p:grpSpPr>
          <a:xfrm>
            <a:off x="-543500" y="130632"/>
            <a:ext cx="10264508" cy="5328201"/>
            <a:chOff x="-543500" y="130632"/>
            <a:chExt cx="10264508" cy="5328201"/>
          </a:xfrm>
        </p:grpSpPr>
        <p:grpSp>
          <p:nvGrpSpPr>
            <p:cNvPr id="882" name="Google Shape;882;p67"/>
            <p:cNvGrpSpPr/>
            <p:nvPr/>
          </p:nvGrpSpPr>
          <p:grpSpPr>
            <a:xfrm rot="5400000">
              <a:off x="8863778" y="1712813"/>
              <a:ext cx="725260" cy="989200"/>
              <a:chOff x="2136440" y="1592025"/>
              <a:chExt cx="725260" cy="989200"/>
            </a:xfrm>
          </p:grpSpPr>
          <p:grpSp>
            <p:nvGrpSpPr>
              <p:cNvPr id="883" name="Google Shape;883;p67"/>
              <p:cNvGrpSpPr/>
              <p:nvPr/>
            </p:nvGrpSpPr>
            <p:grpSpPr>
              <a:xfrm rot="10800000">
                <a:off x="2273907" y="2024002"/>
                <a:ext cx="587793" cy="509104"/>
                <a:chOff x="8022925" y="186250"/>
                <a:chExt cx="815700" cy="706500"/>
              </a:xfrm>
            </p:grpSpPr>
            <p:sp>
              <p:nvSpPr>
                <p:cNvPr id="884" name="Google Shape;884;p67"/>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85" name="Google Shape;885;p67"/>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886" name="Google Shape;886;p67"/>
              <p:cNvSpPr/>
              <p:nvPr/>
            </p:nvSpPr>
            <p:spPr>
              <a:xfrm rot="10800000">
                <a:off x="2349928" y="24789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887" name="Google Shape;887;p67"/>
              <p:cNvCxnSpPr>
                <a:stCxn id="884" idx="3"/>
              </p:cNvCxnSpPr>
              <p:nvPr/>
            </p:nvCxnSpPr>
            <p:spPr>
              <a:xfrm rot="-5400000">
                <a:off x="2660100" y="2076954"/>
                <a:ext cx="403200" cy="0"/>
              </a:xfrm>
              <a:prstGeom prst="straightConnector1">
                <a:avLst/>
              </a:prstGeom>
              <a:noFill/>
              <a:ln cap="flat" cmpd="sng" w="9525">
                <a:solidFill>
                  <a:schemeClr val="dk2"/>
                </a:solidFill>
                <a:prstDash val="solid"/>
                <a:round/>
                <a:headEnd len="sm" w="sm" type="none"/>
                <a:tailEnd len="sm" w="sm" type="none"/>
              </a:ln>
            </p:spPr>
          </p:cxnSp>
          <p:cxnSp>
            <p:nvCxnSpPr>
              <p:cNvPr id="888" name="Google Shape;888;p67"/>
              <p:cNvCxnSpPr>
                <a:stCxn id="884" idx="1"/>
              </p:cNvCxnSpPr>
              <p:nvPr/>
            </p:nvCxnSpPr>
            <p:spPr>
              <a:xfrm flipH="1" rot="5400000">
                <a:off x="2092183" y="1715002"/>
                <a:ext cx="391800" cy="226200"/>
              </a:xfrm>
              <a:prstGeom prst="straightConnector1">
                <a:avLst/>
              </a:prstGeom>
              <a:noFill/>
              <a:ln cap="flat" cmpd="sng" w="9525">
                <a:solidFill>
                  <a:schemeClr val="dk2"/>
                </a:solidFill>
                <a:prstDash val="solid"/>
                <a:round/>
                <a:headEnd len="sm" w="sm" type="none"/>
                <a:tailEnd len="sm" w="sm" type="none"/>
              </a:ln>
            </p:spPr>
          </p:cxnSp>
          <p:sp>
            <p:nvSpPr>
              <p:cNvPr id="889" name="Google Shape;889;p67"/>
              <p:cNvSpPr/>
              <p:nvPr/>
            </p:nvSpPr>
            <p:spPr>
              <a:xfrm rot="10800000">
                <a:off x="2136440" y="15920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890" name="Google Shape;890;p67"/>
            <p:cNvGrpSpPr/>
            <p:nvPr/>
          </p:nvGrpSpPr>
          <p:grpSpPr>
            <a:xfrm rot="5400000">
              <a:off x="7881052" y="377463"/>
              <a:ext cx="1845335" cy="1351673"/>
              <a:chOff x="1557290" y="2633002"/>
              <a:chExt cx="1845335" cy="1351673"/>
            </a:xfrm>
          </p:grpSpPr>
          <p:grpSp>
            <p:nvGrpSpPr>
              <p:cNvPr id="891" name="Google Shape;891;p67"/>
              <p:cNvGrpSpPr/>
              <p:nvPr/>
            </p:nvGrpSpPr>
            <p:grpSpPr>
              <a:xfrm rot="10800000">
                <a:off x="1673693" y="2677134"/>
                <a:ext cx="917499" cy="794671"/>
                <a:chOff x="8022925" y="186250"/>
                <a:chExt cx="815700" cy="706500"/>
              </a:xfrm>
            </p:grpSpPr>
            <p:sp>
              <p:nvSpPr>
                <p:cNvPr id="892" name="Google Shape;892;p67"/>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93" name="Google Shape;893;p67"/>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894" name="Google Shape;894;p67"/>
              <p:cNvGrpSpPr/>
              <p:nvPr/>
            </p:nvGrpSpPr>
            <p:grpSpPr>
              <a:xfrm rot="10800000">
                <a:off x="2814832" y="2633002"/>
                <a:ext cx="587793" cy="509104"/>
                <a:chOff x="8022925" y="186250"/>
                <a:chExt cx="815700" cy="706500"/>
              </a:xfrm>
            </p:grpSpPr>
            <p:sp>
              <p:nvSpPr>
                <p:cNvPr id="895" name="Google Shape;895;p67"/>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896" name="Google Shape;896;p67"/>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897" name="Google Shape;897;p67"/>
              <p:cNvCxnSpPr>
                <a:stCxn id="895" idx="0"/>
              </p:cNvCxnSpPr>
              <p:nvPr/>
            </p:nvCxnSpPr>
            <p:spPr>
              <a:xfrm rot="5400000">
                <a:off x="2737582" y="2964804"/>
                <a:ext cx="154500" cy="0"/>
              </a:xfrm>
              <a:prstGeom prst="straightConnector1">
                <a:avLst/>
              </a:prstGeom>
              <a:noFill/>
              <a:ln cap="flat" cmpd="sng" w="9525">
                <a:solidFill>
                  <a:schemeClr val="dk2"/>
                </a:solidFill>
                <a:prstDash val="solid"/>
                <a:round/>
                <a:headEnd len="sm" w="sm" type="none"/>
                <a:tailEnd len="sm" w="sm" type="none"/>
              </a:ln>
            </p:spPr>
          </p:cxnSp>
          <p:cxnSp>
            <p:nvCxnSpPr>
              <p:cNvPr id="898" name="Google Shape;898;p67"/>
              <p:cNvCxnSpPr>
                <a:stCxn id="892" idx="3"/>
              </p:cNvCxnSpPr>
              <p:nvPr/>
            </p:nvCxnSpPr>
            <p:spPr>
              <a:xfrm rot="-5400000">
                <a:off x="2534042" y="2944120"/>
                <a:ext cx="187500" cy="73200"/>
              </a:xfrm>
              <a:prstGeom prst="straightConnector1">
                <a:avLst/>
              </a:prstGeom>
              <a:noFill/>
              <a:ln cap="flat" cmpd="sng" w="9525">
                <a:solidFill>
                  <a:schemeClr val="dk2"/>
                </a:solidFill>
                <a:prstDash val="solid"/>
                <a:round/>
                <a:headEnd len="sm" w="sm" type="none"/>
                <a:tailEnd len="sm" w="sm" type="none"/>
              </a:ln>
            </p:spPr>
          </p:cxnSp>
          <p:cxnSp>
            <p:nvCxnSpPr>
              <p:cNvPr id="899" name="Google Shape;899;p67"/>
              <p:cNvCxnSpPr>
                <a:stCxn id="892" idx="5"/>
              </p:cNvCxnSpPr>
              <p:nvPr/>
            </p:nvCxnSpPr>
            <p:spPr>
              <a:xfrm rot="5400000">
                <a:off x="1495711" y="3572755"/>
                <a:ext cx="477600" cy="275700"/>
              </a:xfrm>
              <a:prstGeom prst="straightConnector1">
                <a:avLst/>
              </a:prstGeom>
              <a:noFill/>
              <a:ln cap="flat" cmpd="sng" w="9525">
                <a:solidFill>
                  <a:schemeClr val="dk2"/>
                </a:solidFill>
                <a:prstDash val="solid"/>
                <a:round/>
                <a:headEnd len="sm" w="sm" type="none"/>
                <a:tailEnd len="sm" w="sm" type="none"/>
              </a:ln>
            </p:spPr>
          </p:cxnSp>
          <p:sp>
            <p:nvSpPr>
              <p:cNvPr id="900" name="Google Shape;900;p67"/>
              <p:cNvSpPr/>
              <p:nvPr/>
            </p:nvSpPr>
            <p:spPr>
              <a:xfrm rot="10800000">
                <a:off x="1557290" y="39060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901" name="Google Shape;901;p67"/>
            <p:cNvGrpSpPr/>
            <p:nvPr/>
          </p:nvGrpSpPr>
          <p:grpSpPr>
            <a:xfrm>
              <a:off x="-543500" y="3812300"/>
              <a:ext cx="2410926" cy="1646533"/>
              <a:chOff x="8352175" y="-274150"/>
              <a:chExt cx="2410926" cy="1646533"/>
            </a:xfrm>
          </p:grpSpPr>
          <p:grpSp>
            <p:nvGrpSpPr>
              <p:cNvPr id="902" name="Google Shape;902;p67"/>
              <p:cNvGrpSpPr/>
              <p:nvPr/>
            </p:nvGrpSpPr>
            <p:grpSpPr>
              <a:xfrm>
                <a:off x="9314994" y="616216"/>
                <a:ext cx="873044" cy="756167"/>
                <a:chOff x="8022925" y="186250"/>
                <a:chExt cx="815700" cy="706500"/>
              </a:xfrm>
            </p:grpSpPr>
            <p:sp>
              <p:nvSpPr>
                <p:cNvPr id="903" name="Google Shape;903;p67"/>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04" name="Google Shape;904;p67"/>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05" name="Google Shape;905;p67"/>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906" name="Google Shape;906;p67"/>
              <p:cNvSpPr/>
              <p:nvPr/>
            </p:nvSpPr>
            <p:spPr>
              <a:xfrm>
                <a:off x="10305901" y="616224"/>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07" name="Google Shape;907;p67"/>
              <p:cNvSpPr/>
              <p:nvPr/>
            </p:nvSpPr>
            <p:spPr>
              <a:xfrm>
                <a:off x="9118688" y="5905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908" name="Google Shape;908;p67"/>
              <p:cNvGrpSpPr/>
              <p:nvPr/>
            </p:nvGrpSpPr>
            <p:grpSpPr>
              <a:xfrm>
                <a:off x="8408775" y="-274150"/>
                <a:ext cx="906219" cy="1300800"/>
                <a:chOff x="6860600" y="1707050"/>
                <a:chExt cx="906219" cy="1300800"/>
              </a:xfrm>
            </p:grpSpPr>
            <p:grpSp>
              <p:nvGrpSpPr>
                <p:cNvPr id="909" name="Google Shape;909;p67"/>
                <p:cNvGrpSpPr/>
                <p:nvPr/>
              </p:nvGrpSpPr>
              <p:grpSpPr>
                <a:xfrm>
                  <a:off x="6860600" y="2285500"/>
                  <a:ext cx="906219" cy="722350"/>
                  <a:chOff x="6860600" y="2285500"/>
                  <a:chExt cx="906219" cy="722350"/>
                </a:xfrm>
              </p:grpSpPr>
              <p:cxnSp>
                <p:nvCxnSpPr>
                  <p:cNvPr id="910" name="Google Shape;910;p67"/>
                  <p:cNvCxnSpPr>
                    <a:stCxn id="903"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911" name="Google Shape;911;p67"/>
                  <p:cNvGrpSpPr/>
                  <p:nvPr/>
                </p:nvGrpSpPr>
                <p:grpSpPr>
                  <a:xfrm>
                    <a:off x="6860600" y="2285500"/>
                    <a:ext cx="755625" cy="690000"/>
                    <a:chOff x="6860600" y="2285500"/>
                    <a:chExt cx="755625" cy="690000"/>
                  </a:xfrm>
                </p:grpSpPr>
                <p:cxnSp>
                  <p:nvCxnSpPr>
                    <p:cNvPr id="912" name="Google Shape;912;p67"/>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913" name="Google Shape;913;p67"/>
                    <p:cNvCxnSpPr/>
                    <p:nvPr/>
                  </p:nvCxnSpPr>
                  <p:spPr>
                    <a:xfrm rot="10800000">
                      <a:off x="6860600" y="2289200"/>
                      <a:ext cx="405900" cy="0"/>
                    </a:xfrm>
                    <a:prstGeom prst="straightConnector1">
                      <a:avLst/>
                    </a:prstGeom>
                    <a:noFill/>
                    <a:ln cap="flat" cmpd="sng" w="9525">
                      <a:solidFill>
                        <a:schemeClr val="dk2"/>
                      </a:solidFill>
                      <a:prstDash val="solid"/>
                      <a:round/>
                      <a:headEnd len="sm" w="sm" type="none"/>
                      <a:tailEnd len="sm" w="sm" type="none"/>
                    </a:ln>
                  </p:spPr>
                </p:cxnSp>
              </p:grpSp>
              <p:sp>
                <p:nvSpPr>
                  <p:cNvPr id="914" name="Google Shape;914;p67"/>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915" name="Google Shape;915;p67"/>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916" name="Google Shape;916;p67"/>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917" name="Google Shape;917;p67"/>
              <p:cNvSpPr/>
              <p:nvPr/>
            </p:nvSpPr>
            <p:spPr>
              <a:xfrm>
                <a:off x="8352175" y="2686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18" name="Google Shape;918;p67"/>
              <p:cNvSpPr/>
              <p:nvPr/>
            </p:nvSpPr>
            <p:spPr>
              <a:xfrm>
                <a:off x="8942352" y="17492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919" name="Google Shape;919;p67"/>
            <p:cNvGrpSpPr/>
            <p:nvPr/>
          </p:nvGrpSpPr>
          <p:grpSpPr>
            <a:xfrm rot="5400000">
              <a:off x="8213581" y="3913128"/>
              <a:ext cx="1180258" cy="1390907"/>
              <a:chOff x="4046769" y="1482116"/>
              <a:chExt cx="1180258" cy="1390907"/>
            </a:xfrm>
          </p:grpSpPr>
          <p:grpSp>
            <p:nvGrpSpPr>
              <p:cNvPr id="920" name="Google Shape;920;p67"/>
              <p:cNvGrpSpPr/>
              <p:nvPr/>
            </p:nvGrpSpPr>
            <p:grpSpPr>
              <a:xfrm>
                <a:off x="4046769" y="1482116"/>
                <a:ext cx="1180258" cy="756167"/>
                <a:chOff x="4046769" y="1482116"/>
                <a:chExt cx="1180258" cy="756167"/>
              </a:xfrm>
            </p:grpSpPr>
            <p:grpSp>
              <p:nvGrpSpPr>
                <p:cNvPr id="921" name="Google Shape;921;p67"/>
                <p:cNvGrpSpPr/>
                <p:nvPr/>
              </p:nvGrpSpPr>
              <p:grpSpPr>
                <a:xfrm>
                  <a:off x="4046769" y="1482116"/>
                  <a:ext cx="873044" cy="756167"/>
                  <a:chOff x="8022925" y="186250"/>
                  <a:chExt cx="815700" cy="706500"/>
                </a:xfrm>
              </p:grpSpPr>
              <p:sp>
                <p:nvSpPr>
                  <p:cNvPr id="922" name="Google Shape;922;p67"/>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23" name="Google Shape;923;p67"/>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24" name="Google Shape;924;p67"/>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925" name="Google Shape;925;p67"/>
                <p:cNvSpPr/>
                <p:nvPr/>
              </p:nvSpPr>
              <p:spPr>
                <a:xfrm>
                  <a:off x="4919827" y="195357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26" name="Google Shape;926;p67"/>
                <p:cNvSpPr/>
                <p:nvPr/>
              </p:nvSpPr>
              <p:spPr>
                <a:xfrm>
                  <a:off x="4981813" y="15413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927" name="Google Shape;927;p67"/>
              <p:cNvCxnSpPr>
                <a:stCxn id="922" idx="1"/>
                <a:endCxn id="928" idx="0"/>
              </p:cNvCxnSpPr>
              <p:nvPr/>
            </p:nvCxnSpPr>
            <p:spPr>
              <a:xfrm flipH="1" rot="-5400000">
                <a:off x="4749671" y="2219383"/>
                <a:ext cx="135000" cy="172800"/>
              </a:xfrm>
              <a:prstGeom prst="straightConnector1">
                <a:avLst/>
              </a:prstGeom>
              <a:noFill/>
              <a:ln cap="flat" cmpd="sng" w="9525">
                <a:solidFill>
                  <a:schemeClr val="dk2"/>
                </a:solidFill>
                <a:prstDash val="solid"/>
                <a:round/>
                <a:headEnd len="sm" w="sm" type="none"/>
                <a:tailEnd len="sm" w="sm" type="none"/>
              </a:ln>
            </p:spPr>
          </p:cxnSp>
          <p:sp>
            <p:nvSpPr>
              <p:cNvPr id="928" name="Google Shape;928;p67"/>
              <p:cNvSpPr/>
              <p:nvPr/>
            </p:nvSpPr>
            <p:spPr>
              <a:xfrm rot="-5400000">
                <a:off x="4653574" y="2406673"/>
                <a:ext cx="499800" cy="4329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29" name="Google Shape;929;p67"/>
              <p:cNvSpPr/>
              <p:nvPr/>
            </p:nvSpPr>
            <p:spPr>
              <a:xfrm rot="-5400000">
                <a:off x="4704500" y="2450622"/>
                <a:ext cx="398100" cy="345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930" name="Shape 930"/>
        <p:cNvGrpSpPr/>
        <p:nvPr/>
      </p:nvGrpSpPr>
      <p:grpSpPr>
        <a:xfrm>
          <a:off x="0" y="0"/>
          <a:ext cx="0" cy="0"/>
          <a:chOff x="0" y="0"/>
          <a:chExt cx="0" cy="0"/>
        </a:xfrm>
      </p:grpSpPr>
      <p:sp>
        <p:nvSpPr>
          <p:cNvPr id="931" name="Google Shape;931;p68"/>
          <p:cNvSpPr/>
          <p:nvPr>
            <p:ph idx="2" type="pic"/>
          </p:nvPr>
        </p:nvSpPr>
        <p:spPr>
          <a:xfrm>
            <a:off x="726775" y="2830600"/>
            <a:ext cx="7704000" cy="1778100"/>
          </a:xfrm>
          <a:prstGeom prst="rect">
            <a:avLst/>
          </a:prstGeom>
          <a:noFill/>
          <a:ln cap="flat" cmpd="sng" w="9525">
            <a:solidFill>
              <a:schemeClr val="dk2"/>
            </a:solidFill>
            <a:prstDash val="solid"/>
            <a:round/>
            <a:headEnd len="sm" w="sm" type="none"/>
            <a:tailEnd len="sm" w="sm" type="none"/>
          </a:ln>
        </p:spPr>
      </p:sp>
      <p:sp>
        <p:nvSpPr>
          <p:cNvPr id="932" name="Google Shape;932;p6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33" name="Google Shape;933;p68"/>
          <p:cNvSpPr txBox="1"/>
          <p:nvPr>
            <p:ph idx="1" type="subTitle"/>
          </p:nvPr>
        </p:nvSpPr>
        <p:spPr>
          <a:xfrm>
            <a:off x="713225" y="1614011"/>
            <a:ext cx="1793100" cy="11049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934" name="Google Shape;934;p68"/>
          <p:cNvSpPr txBox="1"/>
          <p:nvPr>
            <p:ph idx="3" type="subTitle"/>
          </p:nvPr>
        </p:nvSpPr>
        <p:spPr>
          <a:xfrm>
            <a:off x="2685782" y="1614011"/>
            <a:ext cx="1793100" cy="11049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935" name="Google Shape;935;p68"/>
          <p:cNvSpPr txBox="1"/>
          <p:nvPr>
            <p:ph idx="4" type="subTitle"/>
          </p:nvPr>
        </p:nvSpPr>
        <p:spPr>
          <a:xfrm>
            <a:off x="4658339" y="1614011"/>
            <a:ext cx="1793100" cy="11049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936" name="Google Shape;936;p68"/>
          <p:cNvSpPr txBox="1"/>
          <p:nvPr>
            <p:ph idx="5" type="subTitle"/>
          </p:nvPr>
        </p:nvSpPr>
        <p:spPr>
          <a:xfrm>
            <a:off x="6630896" y="1614011"/>
            <a:ext cx="1793100" cy="11049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937" name="Google Shape;937;p68"/>
          <p:cNvSpPr txBox="1"/>
          <p:nvPr>
            <p:ph idx="6" type="subTitle"/>
          </p:nvPr>
        </p:nvSpPr>
        <p:spPr>
          <a:xfrm>
            <a:off x="713225" y="1216375"/>
            <a:ext cx="1793100" cy="4614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Archivo"/>
              <a:buNone/>
              <a:defRPr b="1" sz="2000">
                <a:latin typeface="Archivo"/>
                <a:ea typeface="Archivo"/>
                <a:cs typeface="Archivo"/>
                <a:sym typeface="Archivo"/>
              </a:defRPr>
            </a:lvl1pPr>
            <a:lvl2pPr lvl="1" algn="ctr">
              <a:lnSpc>
                <a:spcPct val="115000"/>
              </a:lnSpc>
              <a:spcBef>
                <a:spcPts val="0"/>
              </a:spcBef>
              <a:spcAft>
                <a:spcPts val="0"/>
              </a:spcAft>
              <a:buSzPts val="2400"/>
              <a:buFont typeface="Archivo"/>
              <a:buNone/>
              <a:defRPr b="1" sz="2400">
                <a:latin typeface="Archivo"/>
                <a:ea typeface="Archivo"/>
                <a:cs typeface="Archivo"/>
                <a:sym typeface="Archivo"/>
              </a:defRPr>
            </a:lvl2pPr>
            <a:lvl3pPr lvl="2" algn="ctr">
              <a:lnSpc>
                <a:spcPct val="115000"/>
              </a:lnSpc>
              <a:spcBef>
                <a:spcPts val="0"/>
              </a:spcBef>
              <a:spcAft>
                <a:spcPts val="0"/>
              </a:spcAft>
              <a:buSzPts val="2400"/>
              <a:buFont typeface="Archivo"/>
              <a:buNone/>
              <a:defRPr b="1" sz="2400">
                <a:latin typeface="Archivo"/>
                <a:ea typeface="Archivo"/>
                <a:cs typeface="Archivo"/>
                <a:sym typeface="Archivo"/>
              </a:defRPr>
            </a:lvl3pPr>
            <a:lvl4pPr lvl="3" algn="ctr">
              <a:lnSpc>
                <a:spcPct val="115000"/>
              </a:lnSpc>
              <a:spcBef>
                <a:spcPts val="0"/>
              </a:spcBef>
              <a:spcAft>
                <a:spcPts val="0"/>
              </a:spcAft>
              <a:buSzPts val="2400"/>
              <a:buFont typeface="Archivo"/>
              <a:buNone/>
              <a:defRPr b="1" sz="2400">
                <a:latin typeface="Archivo"/>
                <a:ea typeface="Archivo"/>
                <a:cs typeface="Archivo"/>
                <a:sym typeface="Archivo"/>
              </a:defRPr>
            </a:lvl4pPr>
            <a:lvl5pPr lvl="4" algn="ctr">
              <a:lnSpc>
                <a:spcPct val="115000"/>
              </a:lnSpc>
              <a:spcBef>
                <a:spcPts val="0"/>
              </a:spcBef>
              <a:spcAft>
                <a:spcPts val="0"/>
              </a:spcAft>
              <a:buSzPts val="2400"/>
              <a:buFont typeface="Archivo"/>
              <a:buNone/>
              <a:defRPr b="1" sz="2400">
                <a:latin typeface="Archivo"/>
                <a:ea typeface="Archivo"/>
                <a:cs typeface="Archivo"/>
                <a:sym typeface="Archivo"/>
              </a:defRPr>
            </a:lvl5pPr>
            <a:lvl6pPr lvl="5" algn="ctr">
              <a:lnSpc>
                <a:spcPct val="115000"/>
              </a:lnSpc>
              <a:spcBef>
                <a:spcPts val="0"/>
              </a:spcBef>
              <a:spcAft>
                <a:spcPts val="0"/>
              </a:spcAft>
              <a:buSzPts val="2400"/>
              <a:buFont typeface="Archivo"/>
              <a:buNone/>
              <a:defRPr b="1" sz="2400">
                <a:latin typeface="Archivo"/>
                <a:ea typeface="Archivo"/>
                <a:cs typeface="Archivo"/>
                <a:sym typeface="Archivo"/>
              </a:defRPr>
            </a:lvl6pPr>
            <a:lvl7pPr lvl="6" algn="ctr">
              <a:lnSpc>
                <a:spcPct val="115000"/>
              </a:lnSpc>
              <a:spcBef>
                <a:spcPts val="0"/>
              </a:spcBef>
              <a:spcAft>
                <a:spcPts val="0"/>
              </a:spcAft>
              <a:buSzPts val="2400"/>
              <a:buFont typeface="Archivo"/>
              <a:buNone/>
              <a:defRPr b="1" sz="2400">
                <a:latin typeface="Archivo"/>
                <a:ea typeface="Archivo"/>
                <a:cs typeface="Archivo"/>
                <a:sym typeface="Archivo"/>
              </a:defRPr>
            </a:lvl7pPr>
            <a:lvl8pPr lvl="7" algn="ctr">
              <a:lnSpc>
                <a:spcPct val="115000"/>
              </a:lnSpc>
              <a:spcBef>
                <a:spcPts val="0"/>
              </a:spcBef>
              <a:spcAft>
                <a:spcPts val="0"/>
              </a:spcAft>
              <a:buSzPts val="2400"/>
              <a:buFont typeface="Archivo"/>
              <a:buNone/>
              <a:defRPr b="1" sz="2400">
                <a:latin typeface="Archivo"/>
                <a:ea typeface="Archivo"/>
                <a:cs typeface="Archivo"/>
                <a:sym typeface="Archivo"/>
              </a:defRPr>
            </a:lvl8pPr>
            <a:lvl9pPr lvl="8" algn="ctr">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sp>
        <p:nvSpPr>
          <p:cNvPr id="938" name="Google Shape;938;p68"/>
          <p:cNvSpPr txBox="1"/>
          <p:nvPr>
            <p:ph idx="7" type="subTitle"/>
          </p:nvPr>
        </p:nvSpPr>
        <p:spPr>
          <a:xfrm>
            <a:off x="2685783" y="1216375"/>
            <a:ext cx="1793100" cy="4614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Archivo"/>
              <a:buNone/>
              <a:defRPr b="1" sz="2000">
                <a:latin typeface="Archivo"/>
                <a:ea typeface="Archivo"/>
                <a:cs typeface="Archivo"/>
                <a:sym typeface="Archivo"/>
              </a:defRPr>
            </a:lvl1pPr>
            <a:lvl2pPr lvl="1" algn="ctr">
              <a:lnSpc>
                <a:spcPct val="115000"/>
              </a:lnSpc>
              <a:spcBef>
                <a:spcPts val="0"/>
              </a:spcBef>
              <a:spcAft>
                <a:spcPts val="0"/>
              </a:spcAft>
              <a:buSzPts val="2400"/>
              <a:buFont typeface="Archivo"/>
              <a:buNone/>
              <a:defRPr b="1" sz="2400">
                <a:latin typeface="Archivo"/>
                <a:ea typeface="Archivo"/>
                <a:cs typeface="Archivo"/>
                <a:sym typeface="Archivo"/>
              </a:defRPr>
            </a:lvl2pPr>
            <a:lvl3pPr lvl="2" algn="ctr">
              <a:lnSpc>
                <a:spcPct val="115000"/>
              </a:lnSpc>
              <a:spcBef>
                <a:spcPts val="0"/>
              </a:spcBef>
              <a:spcAft>
                <a:spcPts val="0"/>
              </a:spcAft>
              <a:buSzPts val="2400"/>
              <a:buFont typeface="Archivo"/>
              <a:buNone/>
              <a:defRPr b="1" sz="2400">
                <a:latin typeface="Archivo"/>
                <a:ea typeface="Archivo"/>
                <a:cs typeface="Archivo"/>
                <a:sym typeface="Archivo"/>
              </a:defRPr>
            </a:lvl3pPr>
            <a:lvl4pPr lvl="3" algn="ctr">
              <a:lnSpc>
                <a:spcPct val="115000"/>
              </a:lnSpc>
              <a:spcBef>
                <a:spcPts val="0"/>
              </a:spcBef>
              <a:spcAft>
                <a:spcPts val="0"/>
              </a:spcAft>
              <a:buSzPts val="2400"/>
              <a:buFont typeface="Archivo"/>
              <a:buNone/>
              <a:defRPr b="1" sz="2400">
                <a:latin typeface="Archivo"/>
                <a:ea typeface="Archivo"/>
                <a:cs typeface="Archivo"/>
                <a:sym typeface="Archivo"/>
              </a:defRPr>
            </a:lvl4pPr>
            <a:lvl5pPr lvl="4" algn="ctr">
              <a:lnSpc>
                <a:spcPct val="115000"/>
              </a:lnSpc>
              <a:spcBef>
                <a:spcPts val="0"/>
              </a:spcBef>
              <a:spcAft>
                <a:spcPts val="0"/>
              </a:spcAft>
              <a:buSzPts val="2400"/>
              <a:buFont typeface="Archivo"/>
              <a:buNone/>
              <a:defRPr b="1" sz="2400">
                <a:latin typeface="Archivo"/>
                <a:ea typeface="Archivo"/>
                <a:cs typeface="Archivo"/>
                <a:sym typeface="Archivo"/>
              </a:defRPr>
            </a:lvl5pPr>
            <a:lvl6pPr lvl="5" algn="ctr">
              <a:lnSpc>
                <a:spcPct val="115000"/>
              </a:lnSpc>
              <a:spcBef>
                <a:spcPts val="0"/>
              </a:spcBef>
              <a:spcAft>
                <a:spcPts val="0"/>
              </a:spcAft>
              <a:buSzPts val="2400"/>
              <a:buFont typeface="Archivo"/>
              <a:buNone/>
              <a:defRPr b="1" sz="2400">
                <a:latin typeface="Archivo"/>
                <a:ea typeface="Archivo"/>
                <a:cs typeface="Archivo"/>
                <a:sym typeface="Archivo"/>
              </a:defRPr>
            </a:lvl6pPr>
            <a:lvl7pPr lvl="6" algn="ctr">
              <a:lnSpc>
                <a:spcPct val="115000"/>
              </a:lnSpc>
              <a:spcBef>
                <a:spcPts val="0"/>
              </a:spcBef>
              <a:spcAft>
                <a:spcPts val="0"/>
              </a:spcAft>
              <a:buSzPts val="2400"/>
              <a:buFont typeface="Archivo"/>
              <a:buNone/>
              <a:defRPr b="1" sz="2400">
                <a:latin typeface="Archivo"/>
                <a:ea typeface="Archivo"/>
                <a:cs typeface="Archivo"/>
                <a:sym typeface="Archivo"/>
              </a:defRPr>
            </a:lvl7pPr>
            <a:lvl8pPr lvl="7" algn="ctr">
              <a:lnSpc>
                <a:spcPct val="115000"/>
              </a:lnSpc>
              <a:spcBef>
                <a:spcPts val="0"/>
              </a:spcBef>
              <a:spcAft>
                <a:spcPts val="0"/>
              </a:spcAft>
              <a:buSzPts val="2400"/>
              <a:buFont typeface="Archivo"/>
              <a:buNone/>
              <a:defRPr b="1" sz="2400">
                <a:latin typeface="Archivo"/>
                <a:ea typeface="Archivo"/>
                <a:cs typeface="Archivo"/>
                <a:sym typeface="Archivo"/>
              </a:defRPr>
            </a:lvl8pPr>
            <a:lvl9pPr lvl="8" algn="ctr">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sp>
        <p:nvSpPr>
          <p:cNvPr id="939" name="Google Shape;939;p68"/>
          <p:cNvSpPr txBox="1"/>
          <p:nvPr>
            <p:ph idx="8" type="subTitle"/>
          </p:nvPr>
        </p:nvSpPr>
        <p:spPr>
          <a:xfrm>
            <a:off x="4658340" y="1216375"/>
            <a:ext cx="1793100" cy="4614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Archivo"/>
              <a:buNone/>
              <a:defRPr b="1" sz="2000">
                <a:latin typeface="Archivo"/>
                <a:ea typeface="Archivo"/>
                <a:cs typeface="Archivo"/>
                <a:sym typeface="Archivo"/>
              </a:defRPr>
            </a:lvl1pPr>
            <a:lvl2pPr lvl="1" algn="ctr">
              <a:lnSpc>
                <a:spcPct val="115000"/>
              </a:lnSpc>
              <a:spcBef>
                <a:spcPts val="0"/>
              </a:spcBef>
              <a:spcAft>
                <a:spcPts val="0"/>
              </a:spcAft>
              <a:buSzPts val="2400"/>
              <a:buFont typeface="Archivo"/>
              <a:buNone/>
              <a:defRPr b="1" sz="2400">
                <a:latin typeface="Archivo"/>
                <a:ea typeface="Archivo"/>
                <a:cs typeface="Archivo"/>
                <a:sym typeface="Archivo"/>
              </a:defRPr>
            </a:lvl2pPr>
            <a:lvl3pPr lvl="2" algn="ctr">
              <a:lnSpc>
                <a:spcPct val="115000"/>
              </a:lnSpc>
              <a:spcBef>
                <a:spcPts val="0"/>
              </a:spcBef>
              <a:spcAft>
                <a:spcPts val="0"/>
              </a:spcAft>
              <a:buSzPts val="2400"/>
              <a:buFont typeface="Archivo"/>
              <a:buNone/>
              <a:defRPr b="1" sz="2400">
                <a:latin typeface="Archivo"/>
                <a:ea typeface="Archivo"/>
                <a:cs typeface="Archivo"/>
                <a:sym typeface="Archivo"/>
              </a:defRPr>
            </a:lvl3pPr>
            <a:lvl4pPr lvl="3" algn="ctr">
              <a:lnSpc>
                <a:spcPct val="115000"/>
              </a:lnSpc>
              <a:spcBef>
                <a:spcPts val="0"/>
              </a:spcBef>
              <a:spcAft>
                <a:spcPts val="0"/>
              </a:spcAft>
              <a:buSzPts val="2400"/>
              <a:buFont typeface="Archivo"/>
              <a:buNone/>
              <a:defRPr b="1" sz="2400">
                <a:latin typeface="Archivo"/>
                <a:ea typeface="Archivo"/>
                <a:cs typeface="Archivo"/>
                <a:sym typeface="Archivo"/>
              </a:defRPr>
            </a:lvl4pPr>
            <a:lvl5pPr lvl="4" algn="ctr">
              <a:lnSpc>
                <a:spcPct val="115000"/>
              </a:lnSpc>
              <a:spcBef>
                <a:spcPts val="0"/>
              </a:spcBef>
              <a:spcAft>
                <a:spcPts val="0"/>
              </a:spcAft>
              <a:buSzPts val="2400"/>
              <a:buFont typeface="Archivo"/>
              <a:buNone/>
              <a:defRPr b="1" sz="2400">
                <a:latin typeface="Archivo"/>
                <a:ea typeface="Archivo"/>
                <a:cs typeface="Archivo"/>
                <a:sym typeface="Archivo"/>
              </a:defRPr>
            </a:lvl5pPr>
            <a:lvl6pPr lvl="5" algn="ctr">
              <a:lnSpc>
                <a:spcPct val="115000"/>
              </a:lnSpc>
              <a:spcBef>
                <a:spcPts val="0"/>
              </a:spcBef>
              <a:spcAft>
                <a:spcPts val="0"/>
              </a:spcAft>
              <a:buSzPts val="2400"/>
              <a:buFont typeface="Archivo"/>
              <a:buNone/>
              <a:defRPr b="1" sz="2400">
                <a:latin typeface="Archivo"/>
                <a:ea typeface="Archivo"/>
                <a:cs typeface="Archivo"/>
                <a:sym typeface="Archivo"/>
              </a:defRPr>
            </a:lvl6pPr>
            <a:lvl7pPr lvl="6" algn="ctr">
              <a:lnSpc>
                <a:spcPct val="115000"/>
              </a:lnSpc>
              <a:spcBef>
                <a:spcPts val="0"/>
              </a:spcBef>
              <a:spcAft>
                <a:spcPts val="0"/>
              </a:spcAft>
              <a:buSzPts val="2400"/>
              <a:buFont typeface="Archivo"/>
              <a:buNone/>
              <a:defRPr b="1" sz="2400">
                <a:latin typeface="Archivo"/>
                <a:ea typeface="Archivo"/>
                <a:cs typeface="Archivo"/>
                <a:sym typeface="Archivo"/>
              </a:defRPr>
            </a:lvl7pPr>
            <a:lvl8pPr lvl="7" algn="ctr">
              <a:lnSpc>
                <a:spcPct val="115000"/>
              </a:lnSpc>
              <a:spcBef>
                <a:spcPts val="0"/>
              </a:spcBef>
              <a:spcAft>
                <a:spcPts val="0"/>
              </a:spcAft>
              <a:buSzPts val="2400"/>
              <a:buFont typeface="Archivo"/>
              <a:buNone/>
              <a:defRPr b="1" sz="2400">
                <a:latin typeface="Archivo"/>
                <a:ea typeface="Archivo"/>
                <a:cs typeface="Archivo"/>
                <a:sym typeface="Archivo"/>
              </a:defRPr>
            </a:lvl8pPr>
            <a:lvl9pPr lvl="8" algn="ctr">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sp>
        <p:nvSpPr>
          <p:cNvPr id="940" name="Google Shape;940;p68"/>
          <p:cNvSpPr txBox="1"/>
          <p:nvPr>
            <p:ph idx="9" type="subTitle"/>
          </p:nvPr>
        </p:nvSpPr>
        <p:spPr>
          <a:xfrm>
            <a:off x="6630898" y="1216375"/>
            <a:ext cx="1793100" cy="4614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Archivo"/>
              <a:buNone/>
              <a:defRPr b="1" sz="2000">
                <a:latin typeface="Archivo"/>
                <a:ea typeface="Archivo"/>
                <a:cs typeface="Archivo"/>
                <a:sym typeface="Archivo"/>
              </a:defRPr>
            </a:lvl1pPr>
            <a:lvl2pPr lvl="1" algn="ctr">
              <a:lnSpc>
                <a:spcPct val="115000"/>
              </a:lnSpc>
              <a:spcBef>
                <a:spcPts val="0"/>
              </a:spcBef>
              <a:spcAft>
                <a:spcPts val="0"/>
              </a:spcAft>
              <a:buSzPts val="2400"/>
              <a:buFont typeface="Archivo"/>
              <a:buNone/>
              <a:defRPr b="1" sz="2400">
                <a:latin typeface="Archivo"/>
                <a:ea typeface="Archivo"/>
                <a:cs typeface="Archivo"/>
                <a:sym typeface="Archivo"/>
              </a:defRPr>
            </a:lvl2pPr>
            <a:lvl3pPr lvl="2" algn="ctr">
              <a:lnSpc>
                <a:spcPct val="115000"/>
              </a:lnSpc>
              <a:spcBef>
                <a:spcPts val="0"/>
              </a:spcBef>
              <a:spcAft>
                <a:spcPts val="0"/>
              </a:spcAft>
              <a:buSzPts val="2400"/>
              <a:buFont typeface="Archivo"/>
              <a:buNone/>
              <a:defRPr b="1" sz="2400">
                <a:latin typeface="Archivo"/>
                <a:ea typeface="Archivo"/>
                <a:cs typeface="Archivo"/>
                <a:sym typeface="Archivo"/>
              </a:defRPr>
            </a:lvl3pPr>
            <a:lvl4pPr lvl="3" algn="ctr">
              <a:lnSpc>
                <a:spcPct val="115000"/>
              </a:lnSpc>
              <a:spcBef>
                <a:spcPts val="0"/>
              </a:spcBef>
              <a:spcAft>
                <a:spcPts val="0"/>
              </a:spcAft>
              <a:buSzPts val="2400"/>
              <a:buFont typeface="Archivo"/>
              <a:buNone/>
              <a:defRPr b="1" sz="2400">
                <a:latin typeface="Archivo"/>
                <a:ea typeface="Archivo"/>
                <a:cs typeface="Archivo"/>
                <a:sym typeface="Archivo"/>
              </a:defRPr>
            </a:lvl4pPr>
            <a:lvl5pPr lvl="4" algn="ctr">
              <a:lnSpc>
                <a:spcPct val="115000"/>
              </a:lnSpc>
              <a:spcBef>
                <a:spcPts val="0"/>
              </a:spcBef>
              <a:spcAft>
                <a:spcPts val="0"/>
              </a:spcAft>
              <a:buSzPts val="2400"/>
              <a:buFont typeface="Archivo"/>
              <a:buNone/>
              <a:defRPr b="1" sz="2400">
                <a:latin typeface="Archivo"/>
                <a:ea typeface="Archivo"/>
                <a:cs typeface="Archivo"/>
                <a:sym typeface="Archivo"/>
              </a:defRPr>
            </a:lvl5pPr>
            <a:lvl6pPr lvl="5" algn="ctr">
              <a:lnSpc>
                <a:spcPct val="115000"/>
              </a:lnSpc>
              <a:spcBef>
                <a:spcPts val="0"/>
              </a:spcBef>
              <a:spcAft>
                <a:spcPts val="0"/>
              </a:spcAft>
              <a:buSzPts val="2400"/>
              <a:buFont typeface="Archivo"/>
              <a:buNone/>
              <a:defRPr b="1" sz="2400">
                <a:latin typeface="Archivo"/>
                <a:ea typeface="Archivo"/>
                <a:cs typeface="Archivo"/>
                <a:sym typeface="Archivo"/>
              </a:defRPr>
            </a:lvl6pPr>
            <a:lvl7pPr lvl="6" algn="ctr">
              <a:lnSpc>
                <a:spcPct val="115000"/>
              </a:lnSpc>
              <a:spcBef>
                <a:spcPts val="0"/>
              </a:spcBef>
              <a:spcAft>
                <a:spcPts val="0"/>
              </a:spcAft>
              <a:buSzPts val="2400"/>
              <a:buFont typeface="Archivo"/>
              <a:buNone/>
              <a:defRPr b="1" sz="2400">
                <a:latin typeface="Archivo"/>
                <a:ea typeface="Archivo"/>
                <a:cs typeface="Archivo"/>
                <a:sym typeface="Archivo"/>
              </a:defRPr>
            </a:lvl7pPr>
            <a:lvl8pPr lvl="7" algn="ctr">
              <a:lnSpc>
                <a:spcPct val="115000"/>
              </a:lnSpc>
              <a:spcBef>
                <a:spcPts val="0"/>
              </a:spcBef>
              <a:spcAft>
                <a:spcPts val="0"/>
              </a:spcAft>
              <a:buSzPts val="2400"/>
              <a:buFont typeface="Archivo"/>
              <a:buNone/>
              <a:defRPr b="1" sz="2400">
                <a:latin typeface="Archivo"/>
                <a:ea typeface="Archivo"/>
                <a:cs typeface="Archivo"/>
                <a:sym typeface="Archivo"/>
              </a:defRPr>
            </a:lvl8pPr>
            <a:lvl9pPr lvl="8" algn="ctr">
              <a:lnSpc>
                <a:spcPct val="115000"/>
              </a:lnSpc>
              <a:spcBef>
                <a:spcPts val="0"/>
              </a:spcBef>
              <a:spcAft>
                <a:spcPts val="0"/>
              </a:spcAft>
              <a:buSzPts val="2400"/>
              <a:buFont typeface="Archivo"/>
              <a:buNone/>
              <a:defRPr b="1" sz="2400">
                <a:latin typeface="Archivo"/>
                <a:ea typeface="Archivo"/>
                <a:cs typeface="Archivo"/>
                <a:sym typeface="Archivo"/>
              </a:defRPr>
            </a:lvl9pPr>
          </a:lstStyle>
          <a:p/>
        </p:txBody>
      </p:sp>
      <p:grpSp>
        <p:nvGrpSpPr>
          <p:cNvPr id="941" name="Google Shape;941;p68"/>
          <p:cNvGrpSpPr/>
          <p:nvPr/>
        </p:nvGrpSpPr>
        <p:grpSpPr>
          <a:xfrm>
            <a:off x="80095" y="-272522"/>
            <a:ext cx="9526605" cy="5996672"/>
            <a:chOff x="80095" y="-272522"/>
            <a:chExt cx="9526605" cy="5996672"/>
          </a:xfrm>
        </p:grpSpPr>
        <p:grpSp>
          <p:nvGrpSpPr>
            <p:cNvPr id="942" name="Google Shape;942;p68"/>
            <p:cNvGrpSpPr/>
            <p:nvPr/>
          </p:nvGrpSpPr>
          <p:grpSpPr>
            <a:xfrm>
              <a:off x="7591902" y="3331500"/>
              <a:ext cx="2014798" cy="2392650"/>
              <a:chOff x="5379377" y="-851325"/>
              <a:chExt cx="2014798" cy="2392650"/>
            </a:xfrm>
          </p:grpSpPr>
          <p:grpSp>
            <p:nvGrpSpPr>
              <p:cNvPr id="943" name="Google Shape;943;p68"/>
              <p:cNvGrpSpPr/>
              <p:nvPr/>
            </p:nvGrpSpPr>
            <p:grpSpPr>
              <a:xfrm>
                <a:off x="6360273" y="-338456"/>
                <a:ext cx="917499" cy="794671"/>
                <a:chOff x="8022925" y="186250"/>
                <a:chExt cx="815700" cy="706500"/>
              </a:xfrm>
            </p:grpSpPr>
            <p:sp>
              <p:nvSpPr>
                <p:cNvPr id="944" name="Google Shape;944;p68"/>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45" name="Google Shape;945;p68"/>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946" name="Google Shape;946;p68"/>
              <p:cNvGrpSpPr/>
              <p:nvPr/>
            </p:nvGrpSpPr>
            <p:grpSpPr>
              <a:xfrm>
                <a:off x="6089765" y="600244"/>
                <a:ext cx="587793" cy="509104"/>
                <a:chOff x="8022925" y="186250"/>
                <a:chExt cx="815700" cy="706500"/>
              </a:xfrm>
            </p:grpSpPr>
            <p:sp>
              <p:nvSpPr>
                <p:cNvPr id="947" name="Google Shape;947;p68"/>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48" name="Google Shape;948;p68"/>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949" name="Google Shape;949;p68"/>
              <p:cNvSpPr/>
              <p:nvPr/>
            </p:nvSpPr>
            <p:spPr>
              <a:xfrm>
                <a:off x="6499238" y="5521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50" name="Google Shape;950;p68"/>
              <p:cNvSpPr/>
              <p:nvPr/>
            </p:nvSpPr>
            <p:spPr>
              <a:xfrm>
                <a:off x="6495077" y="-723872"/>
                <a:ext cx="307200" cy="2661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951" name="Google Shape;951;p68"/>
              <p:cNvCxnSpPr>
                <a:stCxn id="947" idx="3"/>
              </p:cNvCxnSpPr>
              <p:nvPr/>
            </p:nvCxnSpPr>
            <p:spPr>
              <a:xfrm rot="10800000">
                <a:off x="5686565" y="854796"/>
                <a:ext cx="403200" cy="0"/>
              </a:xfrm>
              <a:prstGeom prst="straightConnector1">
                <a:avLst/>
              </a:prstGeom>
              <a:noFill/>
              <a:ln cap="flat" cmpd="sng" w="9525">
                <a:solidFill>
                  <a:schemeClr val="dk2"/>
                </a:solidFill>
                <a:prstDash val="solid"/>
                <a:round/>
                <a:headEnd len="sm" w="sm" type="none"/>
                <a:tailEnd len="sm" w="sm" type="none"/>
              </a:ln>
            </p:spPr>
          </p:cxnSp>
          <p:cxnSp>
            <p:nvCxnSpPr>
              <p:cNvPr id="952" name="Google Shape;952;p68"/>
              <p:cNvCxnSpPr>
                <a:stCxn id="947" idx="1"/>
              </p:cNvCxnSpPr>
              <p:nvPr/>
            </p:nvCxnSpPr>
            <p:spPr>
              <a:xfrm>
                <a:off x="6550282" y="1109348"/>
                <a:ext cx="226200" cy="391800"/>
              </a:xfrm>
              <a:prstGeom prst="straightConnector1">
                <a:avLst/>
              </a:prstGeom>
              <a:noFill/>
              <a:ln cap="flat" cmpd="sng" w="9525">
                <a:solidFill>
                  <a:schemeClr val="dk2"/>
                </a:solidFill>
                <a:prstDash val="solid"/>
                <a:round/>
                <a:headEnd len="sm" w="sm" type="none"/>
                <a:tailEnd len="sm" w="sm" type="none"/>
              </a:ln>
            </p:spPr>
          </p:cxnSp>
          <p:sp>
            <p:nvSpPr>
              <p:cNvPr id="953" name="Google Shape;953;p68"/>
              <p:cNvSpPr/>
              <p:nvPr/>
            </p:nvSpPr>
            <p:spPr>
              <a:xfrm>
                <a:off x="6736425" y="14627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954" name="Google Shape;954;p68"/>
              <p:cNvCxnSpPr>
                <a:stCxn id="944" idx="5"/>
              </p:cNvCxnSpPr>
              <p:nvPr/>
            </p:nvCxnSpPr>
            <p:spPr>
              <a:xfrm flipH="1" rot="10800000">
                <a:off x="7079104" y="-816056"/>
                <a:ext cx="275700" cy="477600"/>
              </a:xfrm>
              <a:prstGeom prst="straightConnector1">
                <a:avLst/>
              </a:prstGeom>
              <a:noFill/>
              <a:ln cap="flat" cmpd="sng" w="9525">
                <a:solidFill>
                  <a:schemeClr val="dk2"/>
                </a:solidFill>
                <a:prstDash val="solid"/>
                <a:round/>
                <a:headEnd len="sm" w="sm" type="none"/>
                <a:tailEnd len="sm" w="sm" type="none"/>
              </a:ln>
            </p:spPr>
          </p:cxnSp>
          <p:sp>
            <p:nvSpPr>
              <p:cNvPr id="955" name="Google Shape;955;p68"/>
              <p:cNvSpPr/>
              <p:nvPr/>
            </p:nvSpPr>
            <p:spPr>
              <a:xfrm>
                <a:off x="7315575" y="-8513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56" name="Google Shape;956;p68"/>
              <p:cNvSpPr/>
              <p:nvPr/>
            </p:nvSpPr>
            <p:spPr>
              <a:xfrm>
                <a:off x="5379377" y="721791"/>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957" name="Google Shape;957;p68"/>
            <p:cNvGrpSpPr/>
            <p:nvPr/>
          </p:nvGrpSpPr>
          <p:grpSpPr>
            <a:xfrm>
              <a:off x="8058719" y="-272522"/>
              <a:ext cx="1180258" cy="1390907"/>
              <a:chOff x="4046769" y="1482116"/>
              <a:chExt cx="1180258" cy="1390907"/>
            </a:xfrm>
          </p:grpSpPr>
          <p:grpSp>
            <p:nvGrpSpPr>
              <p:cNvPr id="958" name="Google Shape;958;p68"/>
              <p:cNvGrpSpPr/>
              <p:nvPr/>
            </p:nvGrpSpPr>
            <p:grpSpPr>
              <a:xfrm>
                <a:off x="4046769" y="1482116"/>
                <a:ext cx="1180258" cy="993459"/>
                <a:chOff x="4046769" y="1482116"/>
                <a:chExt cx="1180258" cy="993459"/>
              </a:xfrm>
            </p:grpSpPr>
            <p:grpSp>
              <p:nvGrpSpPr>
                <p:cNvPr id="959" name="Google Shape;959;p68"/>
                <p:cNvGrpSpPr/>
                <p:nvPr/>
              </p:nvGrpSpPr>
              <p:grpSpPr>
                <a:xfrm>
                  <a:off x="4046769" y="1482116"/>
                  <a:ext cx="873044" cy="756167"/>
                  <a:chOff x="8022925" y="186250"/>
                  <a:chExt cx="815700" cy="706500"/>
                </a:xfrm>
              </p:grpSpPr>
              <p:sp>
                <p:nvSpPr>
                  <p:cNvPr id="960" name="Google Shape;960;p68"/>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61" name="Google Shape;961;p68"/>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62" name="Google Shape;962;p68"/>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963" name="Google Shape;963;p68"/>
                <p:cNvSpPr/>
                <p:nvPr/>
              </p:nvSpPr>
              <p:spPr>
                <a:xfrm>
                  <a:off x="4919827" y="195357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64" name="Google Shape;964;p68"/>
                <p:cNvSpPr/>
                <p:nvPr/>
              </p:nvSpPr>
              <p:spPr>
                <a:xfrm>
                  <a:off x="4498375" y="237327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965" name="Google Shape;965;p68"/>
              <p:cNvCxnSpPr>
                <a:stCxn id="960" idx="1"/>
                <a:endCxn id="966" idx="0"/>
              </p:cNvCxnSpPr>
              <p:nvPr/>
            </p:nvCxnSpPr>
            <p:spPr>
              <a:xfrm>
                <a:off x="4730771" y="2238283"/>
                <a:ext cx="172800" cy="135000"/>
              </a:xfrm>
              <a:prstGeom prst="straightConnector1">
                <a:avLst/>
              </a:prstGeom>
              <a:noFill/>
              <a:ln cap="flat" cmpd="sng" w="9525">
                <a:solidFill>
                  <a:schemeClr val="dk2"/>
                </a:solidFill>
                <a:prstDash val="solid"/>
                <a:round/>
                <a:headEnd len="sm" w="sm" type="none"/>
                <a:tailEnd len="sm" w="sm" type="none"/>
              </a:ln>
            </p:spPr>
          </p:cxnSp>
          <p:sp>
            <p:nvSpPr>
              <p:cNvPr id="966" name="Google Shape;966;p68"/>
              <p:cNvSpPr/>
              <p:nvPr/>
            </p:nvSpPr>
            <p:spPr>
              <a:xfrm rot="-5400000">
                <a:off x="4653574" y="2406673"/>
                <a:ext cx="499800" cy="4329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67" name="Google Shape;967;p68"/>
              <p:cNvSpPr/>
              <p:nvPr/>
            </p:nvSpPr>
            <p:spPr>
              <a:xfrm rot="-5400000">
                <a:off x="4704500" y="2450622"/>
                <a:ext cx="398100" cy="345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968" name="Google Shape;968;p68"/>
            <p:cNvGrpSpPr/>
            <p:nvPr/>
          </p:nvGrpSpPr>
          <p:grpSpPr>
            <a:xfrm>
              <a:off x="80095" y="3828517"/>
              <a:ext cx="989200" cy="1230763"/>
              <a:chOff x="80095" y="3828517"/>
              <a:chExt cx="989200" cy="1230763"/>
            </a:xfrm>
          </p:grpSpPr>
          <p:grpSp>
            <p:nvGrpSpPr>
              <p:cNvPr id="969" name="Google Shape;969;p68"/>
              <p:cNvGrpSpPr/>
              <p:nvPr/>
            </p:nvGrpSpPr>
            <p:grpSpPr>
              <a:xfrm flipH="1" rot="5400000">
                <a:off x="212065" y="4202050"/>
                <a:ext cx="725260" cy="989200"/>
                <a:chOff x="2136440" y="1592025"/>
                <a:chExt cx="725260" cy="989200"/>
              </a:xfrm>
            </p:grpSpPr>
            <p:grpSp>
              <p:nvGrpSpPr>
                <p:cNvPr id="970" name="Google Shape;970;p68"/>
                <p:cNvGrpSpPr/>
                <p:nvPr/>
              </p:nvGrpSpPr>
              <p:grpSpPr>
                <a:xfrm rot="10800000">
                  <a:off x="2273907" y="2024002"/>
                  <a:ext cx="587793" cy="509104"/>
                  <a:chOff x="8022925" y="186250"/>
                  <a:chExt cx="815700" cy="706500"/>
                </a:xfrm>
              </p:grpSpPr>
              <p:sp>
                <p:nvSpPr>
                  <p:cNvPr id="971" name="Google Shape;971;p68"/>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72" name="Google Shape;972;p68"/>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973" name="Google Shape;973;p68"/>
                <p:cNvSpPr/>
                <p:nvPr/>
              </p:nvSpPr>
              <p:spPr>
                <a:xfrm rot="10800000">
                  <a:off x="2349928" y="24789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974" name="Google Shape;974;p68"/>
                <p:cNvCxnSpPr>
                  <a:stCxn id="971" idx="3"/>
                </p:cNvCxnSpPr>
                <p:nvPr/>
              </p:nvCxnSpPr>
              <p:spPr>
                <a:xfrm rot="-5400000">
                  <a:off x="2660100" y="2076954"/>
                  <a:ext cx="403200" cy="0"/>
                </a:xfrm>
                <a:prstGeom prst="straightConnector1">
                  <a:avLst/>
                </a:prstGeom>
                <a:noFill/>
                <a:ln cap="flat" cmpd="sng" w="9525">
                  <a:solidFill>
                    <a:schemeClr val="dk2"/>
                  </a:solidFill>
                  <a:prstDash val="solid"/>
                  <a:round/>
                  <a:headEnd len="sm" w="sm" type="none"/>
                  <a:tailEnd len="sm" w="sm" type="none"/>
                </a:ln>
              </p:spPr>
            </p:cxnSp>
            <p:cxnSp>
              <p:nvCxnSpPr>
                <p:cNvPr id="975" name="Google Shape;975;p68"/>
                <p:cNvCxnSpPr>
                  <a:stCxn id="971" idx="1"/>
                </p:cNvCxnSpPr>
                <p:nvPr/>
              </p:nvCxnSpPr>
              <p:spPr>
                <a:xfrm flipH="1" rot="5400000">
                  <a:off x="2092183" y="1715002"/>
                  <a:ext cx="391800" cy="226200"/>
                </a:xfrm>
                <a:prstGeom prst="straightConnector1">
                  <a:avLst/>
                </a:prstGeom>
                <a:noFill/>
                <a:ln cap="flat" cmpd="sng" w="9525">
                  <a:solidFill>
                    <a:schemeClr val="dk2"/>
                  </a:solidFill>
                  <a:prstDash val="solid"/>
                  <a:round/>
                  <a:headEnd len="sm" w="sm" type="none"/>
                  <a:tailEnd len="sm" w="sm" type="none"/>
                </a:ln>
              </p:spPr>
            </p:cxnSp>
            <p:sp>
              <p:nvSpPr>
                <p:cNvPr id="976" name="Google Shape;976;p68"/>
                <p:cNvSpPr/>
                <p:nvPr/>
              </p:nvSpPr>
              <p:spPr>
                <a:xfrm rot="10800000">
                  <a:off x="2136440" y="15920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977" name="Google Shape;977;p68"/>
              <p:cNvSpPr/>
              <p:nvPr/>
            </p:nvSpPr>
            <p:spPr>
              <a:xfrm flipH="1" rot="-5400000">
                <a:off x="333845" y="3828517"/>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78" name="Shape 978"/>
        <p:cNvGrpSpPr/>
        <p:nvPr/>
      </p:nvGrpSpPr>
      <p:grpSpPr>
        <a:xfrm>
          <a:off x="0" y="0"/>
          <a:ext cx="0" cy="0"/>
          <a:chOff x="0" y="0"/>
          <a:chExt cx="0" cy="0"/>
        </a:xfrm>
      </p:grpSpPr>
      <p:sp>
        <p:nvSpPr>
          <p:cNvPr id="979" name="Google Shape;979;p69"/>
          <p:cNvSpPr txBox="1"/>
          <p:nvPr>
            <p:ph idx="1" type="subTitle"/>
          </p:nvPr>
        </p:nvSpPr>
        <p:spPr>
          <a:xfrm>
            <a:off x="720000" y="1347250"/>
            <a:ext cx="4118400" cy="3261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980" name="Google Shape;980;p69"/>
          <p:cNvSpPr/>
          <p:nvPr>
            <p:ph idx="2" type="pic"/>
          </p:nvPr>
        </p:nvSpPr>
        <p:spPr>
          <a:xfrm>
            <a:off x="5346075" y="1411300"/>
            <a:ext cx="3084600" cy="3198900"/>
          </a:xfrm>
          <a:prstGeom prst="rect">
            <a:avLst/>
          </a:prstGeom>
          <a:noFill/>
          <a:ln cap="flat" cmpd="sng" w="9525">
            <a:solidFill>
              <a:schemeClr val="dk2"/>
            </a:solidFill>
            <a:prstDash val="solid"/>
            <a:round/>
            <a:headEnd len="sm" w="sm" type="none"/>
            <a:tailEnd len="sm" w="sm" type="none"/>
          </a:ln>
        </p:spPr>
      </p:sp>
      <p:sp>
        <p:nvSpPr>
          <p:cNvPr id="981" name="Google Shape;981;p6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982" name="Google Shape;982;p69"/>
          <p:cNvGrpSpPr/>
          <p:nvPr/>
        </p:nvGrpSpPr>
        <p:grpSpPr>
          <a:xfrm>
            <a:off x="-498798" y="-311134"/>
            <a:ext cx="9996545" cy="6330709"/>
            <a:chOff x="-498798" y="-311134"/>
            <a:chExt cx="9996545" cy="6330709"/>
          </a:xfrm>
        </p:grpSpPr>
        <p:grpSp>
          <p:nvGrpSpPr>
            <p:cNvPr id="983" name="Google Shape;983;p69"/>
            <p:cNvGrpSpPr/>
            <p:nvPr/>
          </p:nvGrpSpPr>
          <p:grpSpPr>
            <a:xfrm rot="10800000">
              <a:off x="-498798" y="3571972"/>
              <a:ext cx="2965866" cy="2447603"/>
              <a:chOff x="4428309" y="-851325"/>
              <a:chExt cx="2965866" cy="2447603"/>
            </a:xfrm>
          </p:grpSpPr>
          <p:grpSp>
            <p:nvGrpSpPr>
              <p:cNvPr id="984" name="Google Shape;984;p69"/>
              <p:cNvGrpSpPr/>
              <p:nvPr/>
            </p:nvGrpSpPr>
            <p:grpSpPr>
              <a:xfrm>
                <a:off x="4428309" y="-723871"/>
                <a:ext cx="1245819" cy="1079037"/>
                <a:chOff x="8022925" y="186250"/>
                <a:chExt cx="815700" cy="706500"/>
              </a:xfrm>
            </p:grpSpPr>
            <p:sp>
              <p:nvSpPr>
                <p:cNvPr id="985" name="Google Shape;985;p69"/>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86" name="Google Shape;986;p69"/>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87" name="Google Shape;987;p69"/>
                <p:cNvSpPr/>
                <p:nvPr/>
              </p:nvSpPr>
              <p:spPr>
                <a:xfrm>
                  <a:off x="8355664" y="474499"/>
                  <a:ext cx="150300" cy="1302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988" name="Google Shape;988;p69"/>
              <p:cNvGrpSpPr/>
              <p:nvPr/>
            </p:nvGrpSpPr>
            <p:grpSpPr>
              <a:xfrm>
                <a:off x="6360273" y="-338456"/>
                <a:ext cx="917499" cy="794671"/>
                <a:chOff x="8022925" y="186250"/>
                <a:chExt cx="815700" cy="706500"/>
              </a:xfrm>
            </p:grpSpPr>
            <p:sp>
              <p:nvSpPr>
                <p:cNvPr id="989" name="Google Shape;989;p69"/>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90" name="Google Shape;990;p69"/>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991" name="Google Shape;991;p69"/>
              <p:cNvGrpSpPr/>
              <p:nvPr/>
            </p:nvGrpSpPr>
            <p:grpSpPr>
              <a:xfrm>
                <a:off x="5548840" y="-8756"/>
                <a:ext cx="587793" cy="509104"/>
                <a:chOff x="8022925" y="186250"/>
                <a:chExt cx="815700" cy="706500"/>
              </a:xfrm>
            </p:grpSpPr>
            <p:sp>
              <p:nvSpPr>
                <p:cNvPr id="992" name="Google Shape;992;p69"/>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93" name="Google Shape;993;p69"/>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994" name="Google Shape;994;p69"/>
              <p:cNvGrpSpPr/>
              <p:nvPr/>
            </p:nvGrpSpPr>
            <p:grpSpPr>
              <a:xfrm>
                <a:off x="6287065" y="600244"/>
                <a:ext cx="587793" cy="509104"/>
                <a:chOff x="8296725" y="186250"/>
                <a:chExt cx="815700" cy="706500"/>
              </a:xfrm>
            </p:grpSpPr>
            <p:sp>
              <p:nvSpPr>
                <p:cNvPr id="995" name="Google Shape;995;p69"/>
                <p:cNvSpPr/>
                <p:nvPr/>
              </p:nvSpPr>
              <p:spPr>
                <a:xfrm>
                  <a:off x="82967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96" name="Google Shape;996;p69"/>
                <p:cNvSpPr/>
                <p:nvPr/>
              </p:nvSpPr>
              <p:spPr>
                <a:xfrm>
                  <a:off x="84871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997" name="Google Shape;997;p69"/>
              <p:cNvSpPr/>
              <p:nvPr/>
            </p:nvSpPr>
            <p:spPr>
              <a:xfrm>
                <a:off x="6696538" y="5521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998" name="Google Shape;998;p69"/>
              <p:cNvSpPr/>
              <p:nvPr/>
            </p:nvSpPr>
            <p:spPr>
              <a:xfrm>
                <a:off x="6053077" y="-723872"/>
                <a:ext cx="307200" cy="2661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999" name="Google Shape;999;p69"/>
              <p:cNvCxnSpPr>
                <a:stCxn id="992" idx="0"/>
              </p:cNvCxnSpPr>
              <p:nvPr/>
            </p:nvCxnSpPr>
            <p:spPr>
              <a:xfrm>
                <a:off x="6136633" y="245796"/>
                <a:ext cx="154500" cy="0"/>
              </a:xfrm>
              <a:prstGeom prst="straightConnector1">
                <a:avLst/>
              </a:prstGeom>
              <a:noFill/>
              <a:ln cap="flat" cmpd="sng" w="9525">
                <a:solidFill>
                  <a:schemeClr val="dk2"/>
                </a:solidFill>
                <a:prstDash val="solid"/>
                <a:round/>
                <a:headEnd len="sm" w="sm" type="none"/>
                <a:tailEnd len="sm" w="sm" type="none"/>
              </a:ln>
            </p:spPr>
          </p:cxnSp>
          <p:cxnSp>
            <p:nvCxnSpPr>
              <p:cNvPr id="1000" name="Google Shape;1000;p69"/>
              <p:cNvCxnSpPr>
                <a:stCxn id="989" idx="3"/>
              </p:cNvCxnSpPr>
              <p:nvPr/>
            </p:nvCxnSpPr>
            <p:spPr>
              <a:xfrm flipH="1">
                <a:off x="6287073" y="58880"/>
                <a:ext cx="73200" cy="187500"/>
              </a:xfrm>
              <a:prstGeom prst="straightConnector1">
                <a:avLst/>
              </a:prstGeom>
              <a:noFill/>
              <a:ln cap="flat" cmpd="sng" w="9525">
                <a:solidFill>
                  <a:schemeClr val="dk2"/>
                </a:solidFill>
                <a:prstDash val="solid"/>
                <a:round/>
                <a:headEnd len="sm" w="sm" type="none"/>
                <a:tailEnd len="sm" w="sm" type="none"/>
              </a:ln>
            </p:spPr>
          </p:cxnSp>
          <p:cxnSp>
            <p:nvCxnSpPr>
              <p:cNvPr id="1001" name="Google Shape;1001;p69"/>
              <p:cNvCxnSpPr>
                <a:stCxn id="995" idx="1"/>
              </p:cNvCxnSpPr>
              <p:nvPr/>
            </p:nvCxnSpPr>
            <p:spPr>
              <a:xfrm>
                <a:off x="6747582" y="1109348"/>
                <a:ext cx="226200" cy="391800"/>
              </a:xfrm>
              <a:prstGeom prst="straightConnector1">
                <a:avLst/>
              </a:prstGeom>
              <a:noFill/>
              <a:ln cap="flat" cmpd="sng" w="9525">
                <a:solidFill>
                  <a:schemeClr val="dk2"/>
                </a:solidFill>
                <a:prstDash val="solid"/>
                <a:round/>
                <a:headEnd len="sm" w="sm" type="none"/>
                <a:tailEnd len="sm" w="sm" type="none"/>
              </a:ln>
            </p:spPr>
          </p:cxnSp>
          <p:sp>
            <p:nvSpPr>
              <p:cNvPr id="1002" name="Google Shape;1002;p69"/>
              <p:cNvSpPr/>
              <p:nvPr/>
            </p:nvSpPr>
            <p:spPr>
              <a:xfrm>
                <a:off x="6933725" y="14627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1003" name="Google Shape;1003;p69"/>
              <p:cNvCxnSpPr>
                <a:stCxn id="989" idx="5"/>
              </p:cNvCxnSpPr>
              <p:nvPr/>
            </p:nvCxnSpPr>
            <p:spPr>
              <a:xfrm flipH="1" rot="10800000">
                <a:off x="7079104" y="-816056"/>
                <a:ext cx="275700" cy="477600"/>
              </a:xfrm>
              <a:prstGeom prst="straightConnector1">
                <a:avLst/>
              </a:prstGeom>
              <a:noFill/>
              <a:ln cap="flat" cmpd="sng" w="9525">
                <a:solidFill>
                  <a:schemeClr val="dk2"/>
                </a:solidFill>
                <a:prstDash val="solid"/>
                <a:round/>
                <a:headEnd len="sm" w="sm" type="none"/>
                <a:tailEnd len="sm" w="sm" type="none"/>
              </a:ln>
            </p:spPr>
          </p:cxnSp>
          <p:sp>
            <p:nvSpPr>
              <p:cNvPr id="1004" name="Google Shape;1004;p69"/>
              <p:cNvSpPr/>
              <p:nvPr/>
            </p:nvSpPr>
            <p:spPr>
              <a:xfrm>
                <a:off x="7315575" y="-8513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05" name="Google Shape;1005;p69"/>
              <p:cNvSpPr/>
              <p:nvPr/>
            </p:nvSpPr>
            <p:spPr>
              <a:xfrm>
                <a:off x="6499602" y="133017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006" name="Google Shape;1006;p69"/>
            <p:cNvGrpSpPr/>
            <p:nvPr/>
          </p:nvGrpSpPr>
          <p:grpSpPr>
            <a:xfrm flipH="1">
              <a:off x="8555763" y="3880174"/>
              <a:ext cx="825115" cy="1625907"/>
              <a:chOff x="9282198" y="-206726"/>
              <a:chExt cx="825115" cy="1625907"/>
            </a:xfrm>
          </p:grpSpPr>
          <p:grpSp>
            <p:nvGrpSpPr>
              <p:cNvPr id="1007" name="Google Shape;1007;p69"/>
              <p:cNvGrpSpPr/>
              <p:nvPr/>
            </p:nvGrpSpPr>
            <p:grpSpPr>
              <a:xfrm>
                <a:off x="9282198" y="546137"/>
                <a:ext cx="756167" cy="873044"/>
                <a:chOff x="7992283" y="120774"/>
                <a:chExt cx="706500" cy="815700"/>
              </a:xfrm>
            </p:grpSpPr>
            <p:sp>
              <p:nvSpPr>
                <p:cNvPr id="1008" name="Google Shape;1008;p69"/>
                <p:cNvSpPr/>
                <p:nvPr/>
              </p:nvSpPr>
              <p:spPr>
                <a:xfrm rot="5400000">
                  <a:off x="7937683" y="175374"/>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09" name="Google Shape;1009;p69"/>
                <p:cNvSpPr/>
                <p:nvPr/>
              </p:nvSpPr>
              <p:spPr>
                <a:xfrm rot="5400000">
                  <a:off x="8048396" y="27146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10" name="Google Shape;1010;p69"/>
                <p:cNvSpPr/>
                <p:nvPr/>
              </p:nvSpPr>
              <p:spPr>
                <a:xfrm rot="5400000">
                  <a:off x="8155128" y="363787"/>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011" name="Google Shape;1011;p69"/>
              <p:cNvSpPr/>
              <p:nvPr/>
            </p:nvSpPr>
            <p:spPr>
              <a:xfrm>
                <a:off x="9547801" y="-206726"/>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12" name="Google Shape;1012;p69"/>
              <p:cNvSpPr/>
              <p:nvPr/>
            </p:nvSpPr>
            <p:spPr>
              <a:xfrm>
                <a:off x="10005013" y="18927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013" name="Google Shape;1013;p69"/>
              <p:cNvGrpSpPr/>
              <p:nvPr/>
            </p:nvGrpSpPr>
            <p:grpSpPr>
              <a:xfrm>
                <a:off x="9627930" y="363668"/>
                <a:ext cx="64800" cy="182469"/>
                <a:chOff x="8079755" y="2344868"/>
                <a:chExt cx="64800" cy="182469"/>
              </a:xfrm>
            </p:grpSpPr>
            <p:cxnSp>
              <p:nvCxnSpPr>
                <p:cNvPr id="1014" name="Google Shape;1014;p69"/>
                <p:cNvCxnSpPr>
                  <a:stCxn id="1008" idx="3"/>
                </p:cNvCxnSpPr>
                <p:nvPr/>
              </p:nvCxnSpPr>
              <p:spPr>
                <a:xfrm rot="10800000">
                  <a:off x="8112107" y="2373437"/>
                  <a:ext cx="0" cy="153900"/>
                </a:xfrm>
                <a:prstGeom prst="straightConnector1">
                  <a:avLst/>
                </a:prstGeom>
                <a:noFill/>
                <a:ln cap="flat" cmpd="sng" w="9525">
                  <a:solidFill>
                    <a:schemeClr val="dk2"/>
                  </a:solidFill>
                  <a:prstDash val="solid"/>
                  <a:round/>
                  <a:headEnd len="sm" w="sm" type="none"/>
                  <a:tailEnd len="sm" w="sm" type="none"/>
                </a:ln>
              </p:spPr>
            </p:cxnSp>
            <p:sp>
              <p:nvSpPr>
                <p:cNvPr id="1015" name="Google Shape;1015;p69"/>
                <p:cNvSpPr/>
                <p:nvPr/>
              </p:nvSpPr>
              <p:spPr>
                <a:xfrm rot="5400000">
                  <a:off x="8079755" y="2344868"/>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016" name="Google Shape;1016;p69"/>
              <p:cNvSpPr/>
              <p:nvPr/>
            </p:nvSpPr>
            <p:spPr>
              <a:xfrm>
                <a:off x="9622802" y="-141772"/>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017" name="Google Shape;1017;p69"/>
            <p:cNvGrpSpPr/>
            <p:nvPr/>
          </p:nvGrpSpPr>
          <p:grpSpPr>
            <a:xfrm flipH="1">
              <a:off x="8277177" y="-311134"/>
              <a:ext cx="1220570" cy="1450531"/>
              <a:chOff x="6134231" y="-642422"/>
              <a:chExt cx="1220570" cy="1450531"/>
            </a:xfrm>
          </p:grpSpPr>
          <p:grpSp>
            <p:nvGrpSpPr>
              <p:cNvPr id="1018" name="Google Shape;1018;p69"/>
              <p:cNvGrpSpPr/>
              <p:nvPr/>
            </p:nvGrpSpPr>
            <p:grpSpPr>
              <a:xfrm>
                <a:off x="6134231" y="-642422"/>
                <a:ext cx="873044" cy="756167"/>
                <a:chOff x="7392284" y="-113981"/>
                <a:chExt cx="815700" cy="706500"/>
              </a:xfrm>
            </p:grpSpPr>
            <p:sp>
              <p:nvSpPr>
                <p:cNvPr id="1019" name="Google Shape;1019;p69"/>
                <p:cNvSpPr/>
                <p:nvPr/>
              </p:nvSpPr>
              <p:spPr>
                <a:xfrm>
                  <a:off x="7392284" y="-113981"/>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20" name="Google Shape;1020;p69"/>
                <p:cNvSpPr/>
                <p:nvPr/>
              </p:nvSpPr>
              <p:spPr>
                <a:xfrm>
                  <a:off x="7503077" y="-17994"/>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21" name="Google Shape;1021;p69"/>
                <p:cNvSpPr/>
                <p:nvPr/>
              </p:nvSpPr>
              <p:spPr>
                <a:xfrm>
                  <a:off x="7609797" y="74474"/>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022" name="Google Shape;1022;p69"/>
              <p:cNvGrpSpPr/>
              <p:nvPr/>
            </p:nvGrpSpPr>
            <p:grpSpPr>
              <a:xfrm flipH="1" rot="10800000">
                <a:off x="6550088" y="-170208"/>
                <a:ext cx="804713" cy="978317"/>
                <a:chOff x="7359301" y="-25539"/>
                <a:chExt cx="804713" cy="978317"/>
              </a:xfrm>
            </p:grpSpPr>
            <p:sp>
              <p:nvSpPr>
                <p:cNvPr id="1023" name="Google Shape;1023;p69"/>
                <p:cNvSpPr/>
                <p:nvPr/>
              </p:nvSpPr>
              <p:spPr>
                <a:xfrm>
                  <a:off x="7359301" y="-25539"/>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24" name="Google Shape;1024;p69"/>
                <p:cNvSpPr/>
                <p:nvPr/>
              </p:nvSpPr>
              <p:spPr>
                <a:xfrm>
                  <a:off x="7499188" y="4189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25" name="Google Shape;1025;p69"/>
                <p:cNvSpPr/>
                <p:nvPr/>
              </p:nvSpPr>
              <p:spPr>
                <a:xfrm>
                  <a:off x="7856814" y="68667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026" name="Shape 1026"/>
        <p:cNvGrpSpPr/>
        <p:nvPr/>
      </p:nvGrpSpPr>
      <p:grpSpPr>
        <a:xfrm>
          <a:off x="0" y="0"/>
          <a:ext cx="0" cy="0"/>
          <a:chOff x="0" y="0"/>
          <a:chExt cx="0" cy="0"/>
        </a:xfrm>
      </p:grpSpPr>
      <p:sp>
        <p:nvSpPr>
          <p:cNvPr id="1027" name="Google Shape;1027;p70"/>
          <p:cNvSpPr txBox="1"/>
          <p:nvPr>
            <p:ph type="title"/>
          </p:nvPr>
        </p:nvSpPr>
        <p:spPr>
          <a:xfrm>
            <a:off x="720000" y="1900782"/>
            <a:ext cx="3299700" cy="618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28" name="Google Shape;1028;p70"/>
          <p:cNvSpPr txBox="1"/>
          <p:nvPr>
            <p:ph idx="1" type="subTitle"/>
          </p:nvPr>
        </p:nvSpPr>
        <p:spPr>
          <a:xfrm>
            <a:off x="720000" y="2478150"/>
            <a:ext cx="3299700" cy="805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029" name="Google Shape;1029;p70"/>
          <p:cNvGrpSpPr/>
          <p:nvPr/>
        </p:nvGrpSpPr>
        <p:grpSpPr>
          <a:xfrm>
            <a:off x="77240" y="69577"/>
            <a:ext cx="9491711" cy="5019383"/>
            <a:chOff x="77240" y="69577"/>
            <a:chExt cx="9491711" cy="5019383"/>
          </a:xfrm>
        </p:grpSpPr>
        <p:grpSp>
          <p:nvGrpSpPr>
            <p:cNvPr id="1030" name="Google Shape;1030;p70"/>
            <p:cNvGrpSpPr/>
            <p:nvPr/>
          </p:nvGrpSpPr>
          <p:grpSpPr>
            <a:xfrm rot="10800000">
              <a:off x="960740" y="659350"/>
              <a:ext cx="587793" cy="557223"/>
              <a:chOff x="2273907" y="2024002"/>
              <a:chExt cx="587793" cy="557223"/>
            </a:xfrm>
          </p:grpSpPr>
          <p:grpSp>
            <p:nvGrpSpPr>
              <p:cNvPr id="1031" name="Google Shape;1031;p70"/>
              <p:cNvGrpSpPr/>
              <p:nvPr/>
            </p:nvGrpSpPr>
            <p:grpSpPr>
              <a:xfrm rot="10800000">
                <a:off x="2273907" y="2024002"/>
                <a:ext cx="587793" cy="509104"/>
                <a:chOff x="8022925" y="186250"/>
                <a:chExt cx="815700" cy="706500"/>
              </a:xfrm>
            </p:grpSpPr>
            <p:sp>
              <p:nvSpPr>
                <p:cNvPr id="1032" name="Google Shape;1032;p7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33" name="Google Shape;1033;p70"/>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034" name="Google Shape;1034;p70"/>
              <p:cNvSpPr/>
              <p:nvPr/>
            </p:nvSpPr>
            <p:spPr>
              <a:xfrm rot="10800000">
                <a:off x="2349928" y="24789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035" name="Google Shape;1035;p70"/>
            <p:cNvGrpSpPr/>
            <p:nvPr/>
          </p:nvGrpSpPr>
          <p:grpSpPr>
            <a:xfrm>
              <a:off x="77240" y="69577"/>
              <a:ext cx="9491711" cy="5019383"/>
              <a:chOff x="77240" y="69577"/>
              <a:chExt cx="9491711" cy="5019383"/>
            </a:xfrm>
          </p:grpSpPr>
          <p:grpSp>
            <p:nvGrpSpPr>
              <p:cNvPr id="1036" name="Google Shape;1036;p70"/>
              <p:cNvGrpSpPr/>
              <p:nvPr/>
            </p:nvGrpSpPr>
            <p:grpSpPr>
              <a:xfrm>
                <a:off x="77240" y="69577"/>
                <a:ext cx="1845335" cy="1351673"/>
                <a:chOff x="1557290" y="2633002"/>
                <a:chExt cx="1845335" cy="1351673"/>
              </a:xfrm>
            </p:grpSpPr>
            <p:grpSp>
              <p:nvGrpSpPr>
                <p:cNvPr id="1037" name="Google Shape;1037;p70"/>
                <p:cNvGrpSpPr/>
                <p:nvPr/>
              </p:nvGrpSpPr>
              <p:grpSpPr>
                <a:xfrm rot="10800000">
                  <a:off x="1673693" y="2677134"/>
                  <a:ext cx="917499" cy="794671"/>
                  <a:chOff x="8022925" y="186250"/>
                  <a:chExt cx="815700" cy="706500"/>
                </a:xfrm>
              </p:grpSpPr>
              <p:sp>
                <p:nvSpPr>
                  <p:cNvPr id="1038" name="Google Shape;1038;p70"/>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39" name="Google Shape;1039;p70"/>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040" name="Google Shape;1040;p70"/>
                <p:cNvGrpSpPr/>
                <p:nvPr/>
              </p:nvGrpSpPr>
              <p:grpSpPr>
                <a:xfrm rot="10800000">
                  <a:off x="2814832" y="2633002"/>
                  <a:ext cx="587793" cy="509104"/>
                  <a:chOff x="8022925" y="186250"/>
                  <a:chExt cx="815700" cy="706500"/>
                </a:xfrm>
              </p:grpSpPr>
              <p:sp>
                <p:nvSpPr>
                  <p:cNvPr id="1041" name="Google Shape;1041;p7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42" name="Google Shape;1042;p70"/>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043" name="Google Shape;1043;p70"/>
                <p:cNvCxnSpPr>
                  <a:stCxn id="1041" idx="0"/>
                </p:cNvCxnSpPr>
                <p:nvPr/>
              </p:nvCxnSpPr>
              <p:spPr>
                <a:xfrm rot="10800000">
                  <a:off x="2660332" y="2887554"/>
                  <a:ext cx="154500" cy="0"/>
                </a:xfrm>
                <a:prstGeom prst="straightConnector1">
                  <a:avLst/>
                </a:prstGeom>
                <a:noFill/>
                <a:ln cap="flat" cmpd="sng" w="9525">
                  <a:solidFill>
                    <a:schemeClr val="dk2"/>
                  </a:solidFill>
                  <a:prstDash val="solid"/>
                  <a:round/>
                  <a:headEnd len="sm" w="sm" type="none"/>
                  <a:tailEnd len="sm" w="sm" type="none"/>
                </a:ln>
              </p:spPr>
            </p:cxnSp>
            <p:cxnSp>
              <p:nvCxnSpPr>
                <p:cNvPr id="1044" name="Google Shape;1044;p70"/>
                <p:cNvCxnSpPr>
                  <a:stCxn id="1038" idx="3"/>
                </p:cNvCxnSpPr>
                <p:nvPr/>
              </p:nvCxnSpPr>
              <p:spPr>
                <a:xfrm flipH="1" rot="10800000">
                  <a:off x="2591192" y="2886970"/>
                  <a:ext cx="73200" cy="187500"/>
                </a:xfrm>
                <a:prstGeom prst="straightConnector1">
                  <a:avLst/>
                </a:prstGeom>
                <a:noFill/>
                <a:ln cap="flat" cmpd="sng" w="9525">
                  <a:solidFill>
                    <a:schemeClr val="dk2"/>
                  </a:solidFill>
                  <a:prstDash val="solid"/>
                  <a:round/>
                  <a:headEnd len="sm" w="sm" type="none"/>
                  <a:tailEnd len="sm" w="sm" type="none"/>
                </a:ln>
              </p:spPr>
            </p:cxnSp>
            <p:cxnSp>
              <p:nvCxnSpPr>
                <p:cNvPr id="1045" name="Google Shape;1045;p70"/>
                <p:cNvCxnSpPr>
                  <a:stCxn id="1038" idx="5"/>
                </p:cNvCxnSpPr>
                <p:nvPr/>
              </p:nvCxnSpPr>
              <p:spPr>
                <a:xfrm flipH="1">
                  <a:off x="1596661" y="3471805"/>
                  <a:ext cx="275700" cy="477600"/>
                </a:xfrm>
                <a:prstGeom prst="straightConnector1">
                  <a:avLst/>
                </a:prstGeom>
                <a:noFill/>
                <a:ln cap="flat" cmpd="sng" w="9525">
                  <a:solidFill>
                    <a:schemeClr val="dk2"/>
                  </a:solidFill>
                  <a:prstDash val="solid"/>
                  <a:round/>
                  <a:headEnd len="sm" w="sm" type="none"/>
                  <a:tailEnd len="sm" w="sm" type="none"/>
                </a:ln>
              </p:spPr>
            </p:cxnSp>
            <p:sp>
              <p:nvSpPr>
                <p:cNvPr id="1046" name="Google Shape;1046;p70"/>
                <p:cNvSpPr/>
                <p:nvPr/>
              </p:nvSpPr>
              <p:spPr>
                <a:xfrm rot="10800000">
                  <a:off x="1557290" y="39060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047" name="Google Shape;1047;p70"/>
              <p:cNvGrpSpPr/>
              <p:nvPr/>
            </p:nvGrpSpPr>
            <p:grpSpPr>
              <a:xfrm rot="10800000">
                <a:off x="7158025" y="138975"/>
                <a:ext cx="2410926" cy="1646533"/>
                <a:chOff x="8352175" y="-274150"/>
                <a:chExt cx="2410926" cy="1646533"/>
              </a:xfrm>
            </p:grpSpPr>
            <p:grpSp>
              <p:nvGrpSpPr>
                <p:cNvPr id="1048" name="Google Shape;1048;p70"/>
                <p:cNvGrpSpPr/>
                <p:nvPr/>
              </p:nvGrpSpPr>
              <p:grpSpPr>
                <a:xfrm>
                  <a:off x="9314994" y="616216"/>
                  <a:ext cx="873044" cy="756167"/>
                  <a:chOff x="8022925" y="186250"/>
                  <a:chExt cx="815700" cy="706500"/>
                </a:xfrm>
              </p:grpSpPr>
              <p:sp>
                <p:nvSpPr>
                  <p:cNvPr id="1049" name="Google Shape;1049;p70"/>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50" name="Google Shape;1050;p70"/>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51" name="Google Shape;1051;p70"/>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052" name="Google Shape;1052;p70"/>
                <p:cNvSpPr/>
                <p:nvPr/>
              </p:nvSpPr>
              <p:spPr>
                <a:xfrm>
                  <a:off x="10305901" y="616224"/>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53" name="Google Shape;1053;p70"/>
                <p:cNvSpPr/>
                <p:nvPr/>
              </p:nvSpPr>
              <p:spPr>
                <a:xfrm>
                  <a:off x="9118688" y="5905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054" name="Google Shape;1054;p70"/>
                <p:cNvGrpSpPr/>
                <p:nvPr/>
              </p:nvGrpSpPr>
              <p:grpSpPr>
                <a:xfrm>
                  <a:off x="8408775" y="-274150"/>
                  <a:ext cx="906219" cy="1300800"/>
                  <a:chOff x="6860600" y="1707050"/>
                  <a:chExt cx="906219" cy="1300800"/>
                </a:xfrm>
              </p:grpSpPr>
              <p:grpSp>
                <p:nvGrpSpPr>
                  <p:cNvPr id="1055" name="Google Shape;1055;p70"/>
                  <p:cNvGrpSpPr/>
                  <p:nvPr/>
                </p:nvGrpSpPr>
                <p:grpSpPr>
                  <a:xfrm>
                    <a:off x="6860600" y="2285500"/>
                    <a:ext cx="906219" cy="722350"/>
                    <a:chOff x="6860600" y="2285500"/>
                    <a:chExt cx="906219" cy="722350"/>
                  </a:xfrm>
                </p:grpSpPr>
                <p:cxnSp>
                  <p:nvCxnSpPr>
                    <p:cNvPr id="1056" name="Google Shape;1056;p70"/>
                    <p:cNvCxnSpPr>
                      <a:stCxn id="1049"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1057" name="Google Shape;1057;p70"/>
                    <p:cNvGrpSpPr/>
                    <p:nvPr/>
                  </p:nvGrpSpPr>
                  <p:grpSpPr>
                    <a:xfrm>
                      <a:off x="6860600" y="2285500"/>
                      <a:ext cx="755625" cy="690000"/>
                      <a:chOff x="6860600" y="2285500"/>
                      <a:chExt cx="755625" cy="690000"/>
                    </a:xfrm>
                  </p:grpSpPr>
                  <p:cxnSp>
                    <p:nvCxnSpPr>
                      <p:cNvPr id="1058" name="Google Shape;1058;p70"/>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1059" name="Google Shape;1059;p70"/>
                      <p:cNvCxnSpPr/>
                      <p:nvPr/>
                    </p:nvCxnSpPr>
                    <p:spPr>
                      <a:xfrm rot="10800000">
                        <a:off x="6860600" y="2289200"/>
                        <a:ext cx="405900" cy="0"/>
                      </a:xfrm>
                      <a:prstGeom prst="straightConnector1">
                        <a:avLst/>
                      </a:prstGeom>
                      <a:noFill/>
                      <a:ln cap="flat" cmpd="sng" w="9525">
                        <a:solidFill>
                          <a:schemeClr val="dk2"/>
                        </a:solidFill>
                        <a:prstDash val="solid"/>
                        <a:round/>
                        <a:headEnd len="sm" w="sm" type="none"/>
                        <a:tailEnd len="sm" w="sm" type="none"/>
                      </a:ln>
                    </p:spPr>
                  </p:cxnSp>
                </p:grpSp>
                <p:sp>
                  <p:nvSpPr>
                    <p:cNvPr id="1060" name="Google Shape;1060;p70"/>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061" name="Google Shape;1061;p70"/>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1062" name="Google Shape;1062;p70"/>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063" name="Google Shape;1063;p70"/>
                <p:cNvSpPr/>
                <p:nvPr/>
              </p:nvSpPr>
              <p:spPr>
                <a:xfrm>
                  <a:off x="8352175" y="2686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64" name="Google Shape;1064;p70"/>
                <p:cNvSpPr/>
                <p:nvPr/>
              </p:nvSpPr>
              <p:spPr>
                <a:xfrm>
                  <a:off x="8942352" y="17492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065" name="Google Shape;1065;p70"/>
              <p:cNvGrpSpPr/>
              <p:nvPr/>
            </p:nvGrpSpPr>
            <p:grpSpPr>
              <a:xfrm rot="5400000">
                <a:off x="224031" y="3803378"/>
                <a:ext cx="1180258" cy="1390907"/>
                <a:chOff x="4046769" y="1482116"/>
                <a:chExt cx="1180258" cy="1390907"/>
              </a:xfrm>
            </p:grpSpPr>
            <p:grpSp>
              <p:nvGrpSpPr>
                <p:cNvPr id="1066" name="Google Shape;1066;p70"/>
                <p:cNvGrpSpPr/>
                <p:nvPr/>
              </p:nvGrpSpPr>
              <p:grpSpPr>
                <a:xfrm>
                  <a:off x="4046769" y="1482116"/>
                  <a:ext cx="1180258" cy="756167"/>
                  <a:chOff x="4046769" y="1482116"/>
                  <a:chExt cx="1180258" cy="756167"/>
                </a:xfrm>
              </p:grpSpPr>
              <p:grpSp>
                <p:nvGrpSpPr>
                  <p:cNvPr id="1067" name="Google Shape;1067;p70"/>
                  <p:cNvGrpSpPr/>
                  <p:nvPr/>
                </p:nvGrpSpPr>
                <p:grpSpPr>
                  <a:xfrm>
                    <a:off x="4046769" y="1482116"/>
                    <a:ext cx="873044" cy="756167"/>
                    <a:chOff x="8022925" y="186250"/>
                    <a:chExt cx="815700" cy="706500"/>
                  </a:xfrm>
                </p:grpSpPr>
                <p:sp>
                  <p:nvSpPr>
                    <p:cNvPr id="1068" name="Google Shape;1068;p70"/>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69" name="Google Shape;1069;p70"/>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70" name="Google Shape;1070;p70"/>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071" name="Google Shape;1071;p70"/>
                  <p:cNvSpPr/>
                  <p:nvPr/>
                </p:nvSpPr>
                <p:spPr>
                  <a:xfrm>
                    <a:off x="4919827" y="195357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72" name="Google Shape;1072;p70"/>
                  <p:cNvSpPr/>
                  <p:nvPr/>
                </p:nvSpPr>
                <p:spPr>
                  <a:xfrm>
                    <a:off x="4981813" y="15413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073" name="Google Shape;1073;p70"/>
                <p:cNvCxnSpPr>
                  <a:stCxn id="1068" idx="1"/>
                  <a:endCxn id="1074" idx="0"/>
                </p:cNvCxnSpPr>
                <p:nvPr/>
              </p:nvCxnSpPr>
              <p:spPr>
                <a:xfrm flipH="1" rot="-5400000">
                  <a:off x="4749671" y="2219383"/>
                  <a:ext cx="135000" cy="172800"/>
                </a:xfrm>
                <a:prstGeom prst="straightConnector1">
                  <a:avLst/>
                </a:prstGeom>
                <a:noFill/>
                <a:ln cap="flat" cmpd="sng" w="9525">
                  <a:solidFill>
                    <a:schemeClr val="dk2"/>
                  </a:solidFill>
                  <a:prstDash val="solid"/>
                  <a:round/>
                  <a:headEnd len="sm" w="sm" type="none"/>
                  <a:tailEnd len="sm" w="sm" type="none"/>
                </a:ln>
              </p:spPr>
            </p:cxnSp>
            <p:sp>
              <p:nvSpPr>
                <p:cNvPr id="1074" name="Google Shape;1074;p70"/>
                <p:cNvSpPr/>
                <p:nvPr/>
              </p:nvSpPr>
              <p:spPr>
                <a:xfrm rot="-5400000">
                  <a:off x="4653574" y="2406673"/>
                  <a:ext cx="499800" cy="4329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75" name="Google Shape;1075;p70"/>
                <p:cNvSpPr/>
                <p:nvPr/>
              </p:nvSpPr>
              <p:spPr>
                <a:xfrm rot="-5400000">
                  <a:off x="4704500" y="2450622"/>
                  <a:ext cx="398100" cy="345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076" name="Shape 1076"/>
        <p:cNvGrpSpPr/>
        <p:nvPr/>
      </p:nvGrpSpPr>
      <p:grpSpPr>
        <a:xfrm>
          <a:off x="0" y="0"/>
          <a:ext cx="0" cy="0"/>
          <a:chOff x="0" y="0"/>
          <a:chExt cx="0" cy="0"/>
        </a:xfrm>
      </p:grpSpPr>
      <p:sp>
        <p:nvSpPr>
          <p:cNvPr id="1077" name="Google Shape;1077;p71"/>
          <p:cNvSpPr txBox="1"/>
          <p:nvPr>
            <p:ph type="title"/>
          </p:nvPr>
        </p:nvSpPr>
        <p:spPr>
          <a:xfrm>
            <a:off x="4571896" y="586862"/>
            <a:ext cx="3858900" cy="105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1078" name="Google Shape;1078;p71"/>
          <p:cNvSpPr txBox="1"/>
          <p:nvPr>
            <p:ph idx="1" type="subTitle"/>
          </p:nvPr>
        </p:nvSpPr>
        <p:spPr>
          <a:xfrm>
            <a:off x="4571863" y="1660368"/>
            <a:ext cx="3858900" cy="12249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79" name="Google Shape;1079;p71"/>
          <p:cNvSpPr txBox="1"/>
          <p:nvPr/>
        </p:nvSpPr>
        <p:spPr>
          <a:xfrm>
            <a:off x="4571975" y="3444400"/>
            <a:ext cx="3858900" cy="802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300"/>
              </a:spcBef>
              <a:spcAft>
                <a:spcPts val="0"/>
              </a:spcAft>
              <a:buClr>
                <a:srgbClr val="000000"/>
              </a:buClr>
              <a:buSzPts val="1200"/>
              <a:buFont typeface="Arial"/>
              <a:buNone/>
            </a:pPr>
            <a:r>
              <a:rPr b="0" i="0" lang="en" sz="1200" u="none" cap="none" strike="noStrike">
                <a:solidFill>
                  <a:schemeClr val="dk1"/>
                </a:solidFill>
                <a:latin typeface="Catamaran"/>
                <a:ea typeface="Catamaran"/>
                <a:cs typeface="Catamaran"/>
                <a:sym typeface="Catamaran"/>
              </a:rPr>
              <a:t>CREDITS: This presentation template was created by </a:t>
            </a:r>
            <a:r>
              <a:rPr b="1" i="0" lang="en" sz="1200" u="sng" cap="none" strike="noStrike">
                <a:solidFill>
                  <a:schemeClr val="dk1"/>
                </a:solidFill>
                <a:latin typeface="Catamaran"/>
                <a:ea typeface="Catamaran"/>
                <a:cs typeface="Catamaran"/>
                <a:sym typeface="Catamaran"/>
                <a:hlinkClick r:id="rId2">
                  <a:extLst>
                    <a:ext uri="{A12FA001-AC4F-418D-AE19-62706E023703}">
                      <ahyp:hlinkClr val="tx"/>
                    </a:ext>
                  </a:extLst>
                </a:hlinkClick>
              </a:rPr>
              <a:t>Slidesgo</a:t>
            </a:r>
            <a:r>
              <a:rPr b="1" i="0" lang="en" sz="1200" u="none" cap="none" strike="noStrike">
                <a:solidFill>
                  <a:schemeClr val="dk1"/>
                </a:solidFill>
                <a:latin typeface="Catamaran"/>
                <a:ea typeface="Catamaran"/>
                <a:cs typeface="Catamaran"/>
                <a:sym typeface="Catamaran"/>
              </a:rPr>
              <a:t>,</a:t>
            </a:r>
            <a:r>
              <a:rPr b="0" i="0" lang="en" sz="1200" u="none" cap="none" strike="noStrike">
                <a:solidFill>
                  <a:schemeClr val="dk1"/>
                </a:solidFill>
                <a:latin typeface="Catamaran"/>
                <a:ea typeface="Catamaran"/>
                <a:cs typeface="Catamaran"/>
                <a:sym typeface="Catamaran"/>
              </a:rPr>
              <a:t> and includes icons by</a:t>
            </a:r>
            <a:r>
              <a:rPr b="1" i="0" lang="en" sz="1200" u="none" cap="none" strike="noStrike">
                <a:solidFill>
                  <a:schemeClr val="dk1"/>
                </a:solidFill>
                <a:latin typeface="Catamaran"/>
                <a:ea typeface="Catamaran"/>
                <a:cs typeface="Catamaran"/>
                <a:sym typeface="Catamaran"/>
              </a:rPr>
              <a:t> </a:t>
            </a:r>
            <a:r>
              <a:rPr b="1" i="0" lang="en" sz="1200" u="sng" cap="none" strike="noStrike">
                <a:solidFill>
                  <a:schemeClr val="dk1"/>
                </a:solidFill>
                <a:latin typeface="Catamaran"/>
                <a:ea typeface="Catamaran"/>
                <a:cs typeface="Catamaran"/>
                <a:sym typeface="Catamaran"/>
                <a:hlinkClick r:id="rId3">
                  <a:extLst>
                    <a:ext uri="{A12FA001-AC4F-418D-AE19-62706E023703}">
                      <ahyp:hlinkClr val="tx"/>
                    </a:ext>
                  </a:extLst>
                </a:hlinkClick>
              </a:rPr>
              <a:t>Flaticon</a:t>
            </a:r>
            <a:r>
              <a:rPr b="1" i="0" lang="en" sz="1200" u="none" cap="none" strike="noStrike">
                <a:solidFill>
                  <a:schemeClr val="dk1"/>
                </a:solidFill>
                <a:latin typeface="Catamaran"/>
                <a:ea typeface="Catamaran"/>
                <a:cs typeface="Catamaran"/>
                <a:sym typeface="Catamaran"/>
              </a:rPr>
              <a:t>,</a:t>
            </a:r>
            <a:r>
              <a:rPr b="0" i="0" lang="en" sz="1200" u="none" cap="none" strike="noStrike">
                <a:solidFill>
                  <a:schemeClr val="dk1"/>
                </a:solidFill>
                <a:latin typeface="Catamaran"/>
                <a:ea typeface="Catamaran"/>
                <a:cs typeface="Catamaran"/>
                <a:sym typeface="Catamaran"/>
              </a:rPr>
              <a:t> and infographics &amp; images by </a:t>
            </a:r>
            <a:r>
              <a:rPr b="1" i="0" lang="en" sz="1200" u="sng" cap="none" strike="noStrike">
                <a:solidFill>
                  <a:schemeClr val="dk1"/>
                </a:solidFill>
                <a:latin typeface="Catamaran"/>
                <a:ea typeface="Catamaran"/>
                <a:cs typeface="Catamaran"/>
                <a:sym typeface="Catamaran"/>
                <a:hlinkClick r:id="rId4">
                  <a:extLst>
                    <a:ext uri="{A12FA001-AC4F-418D-AE19-62706E023703}">
                      <ahyp:hlinkClr val="tx"/>
                    </a:ext>
                  </a:extLst>
                </a:hlinkClick>
              </a:rPr>
              <a:t>Freepik</a:t>
            </a:r>
            <a:r>
              <a:rPr b="1" i="0" lang="en" sz="1200" u="sng" cap="none" strike="noStrike">
                <a:solidFill>
                  <a:schemeClr val="dk1"/>
                </a:solidFill>
                <a:latin typeface="Catamaran"/>
                <a:ea typeface="Catamaran"/>
                <a:cs typeface="Catamaran"/>
                <a:sym typeface="Catamaran"/>
              </a:rPr>
              <a:t> </a:t>
            </a:r>
            <a:endParaRPr b="1" i="0" sz="1200" u="sng" cap="none" strike="noStrike">
              <a:solidFill>
                <a:schemeClr val="dk1"/>
              </a:solidFill>
              <a:latin typeface="Catamaran"/>
              <a:ea typeface="Catamaran"/>
              <a:cs typeface="Catamaran"/>
              <a:sym typeface="Catamaran"/>
            </a:endParaRPr>
          </a:p>
        </p:txBody>
      </p:sp>
      <p:sp>
        <p:nvSpPr>
          <p:cNvPr id="1080" name="Google Shape;1080;p71"/>
          <p:cNvSpPr/>
          <p:nvPr>
            <p:ph idx="2" type="pic"/>
          </p:nvPr>
        </p:nvSpPr>
        <p:spPr>
          <a:xfrm>
            <a:off x="713225" y="785250"/>
            <a:ext cx="2870400" cy="3573000"/>
          </a:xfrm>
          <a:prstGeom prst="rect">
            <a:avLst/>
          </a:prstGeom>
          <a:noFill/>
          <a:ln cap="flat" cmpd="sng" w="9525">
            <a:solidFill>
              <a:schemeClr val="dk2"/>
            </a:solidFill>
            <a:prstDash val="solid"/>
            <a:round/>
            <a:headEnd len="sm" w="sm" type="none"/>
            <a:tailEnd len="sm" w="sm" type="none"/>
          </a:ln>
        </p:spPr>
      </p:sp>
      <p:grpSp>
        <p:nvGrpSpPr>
          <p:cNvPr id="1081" name="Google Shape;1081;p71"/>
          <p:cNvGrpSpPr/>
          <p:nvPr/>
        </p:nvGrpSpPr>
        <p:grpSpPr>
          <a:xfrm>
            <a:off x="-44274" y="-300834"/>
            <a:ext cx="9414514" cy="5778750"/>
            <a:chOff x="-44274" y="-300834"/>
            <a:chExt cx="9414514" cy="5778750"/>
          </a:xfrm>
        </p:grpSpPr>
        <p:grpSp>
          <p:nvGrpSpPr>
            <p:cNvPr id="1082" name="Google Shape;1082;p71"/>
            <p:cNvGrpSpPr/>
            <p:nvPr/>
          </p:nvGrpSpPr>
          <p:grpSpPr>
            <a:xfrm>
              <a:off x="-44274" y="4192528"/>
              <a:ext cx="1514976" cy="1058593"/>
              <a:chOff x="6487988" y="-321084"/>
              <a:chExt cx="1514976" cy="1058593"/>
            </a:xfrm>
          </p:grpSpPr>
          <p:grpSp>
            <p:nvGrpSpPr>
              <p:cNvPr id="1083" name="Google Shape;1083;p71"/>
              <p:cNvGrpSpPr/>
              <p:nvPr/>
            </p:nvGrpSpPr>
            <p:grpSpPr>
              <a:xfrm>
                <a:off x="6809206" y="-321084"/>
                <a:ext cx="873044" cy="756167"/>
                <a:chOff x="8022925" y="186250"/>
                <a:chExt cx="815700" cy="706500"/>
              </a:xfrm>
            </p:grpSpPr>
            <p:sp>
              <p:nvSpPr>
                <p:cNvPr id="1084" name="Google Shape;1084;p71"/>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85" name="Google Shape;1085;p71"/>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86" name="Google Shape;1086;p71"/>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087" name="Google Shape;1087;p71"/>
              <p:cNvGrpSpPr/>
              <p:nvPr/>
            </p:nvGrpSpPr>
            <p:grpSpPr>
              <a:xfrm flipH="1" rot="10800000">
                <a:off x="6487988" y="89717"/>
                <a:ext cx="1514976" cy="647792"/>
                <a:chOff x="7297201" y="45061"/>
                <a:chExt cx="1514976" cy="647792"/>
              </a:xfrm>
            </p:grpSpPr>
            <p:sp>
              <p:nvSpPr>
                <p:cNvPr id="1088" name="Google Shape;1088;p71"/>
                <p:cNvSpPr/>
                <p:nvPr/>
              </p:nvSpPr>
              <p:spPr>
                <a:xfrm>
                  <a:off x="7297201" y="45061"/>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89" name="Google Shape;1089;p71"/>
                <p:cNvSpPr/>
                <p:nvPr/>
              </p:nvSpPr>
              <p:spPr>
                <a:xfrm>
                  <a:off x="8047438" y="1919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90" name="Google Shape;1090;p71"/>
                <p:cNvSpPr/>
                <p:nvPr/>
              </p:nvSpPr>
              <p:spPr>
                <a:xfrm>
                  <a:off x="8504977" y="4267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grpSp>
          <p:nvGrpSpPr>
            <p:cNvPr id="1091" name="Google Shape;1091;p71"/>
            <p:cNvGrpSpPr/>
            <p:nvPr/>
          </p:nvGrpSpPr>
          <p:grpSpPr>
            <a:xfrm>
              <a:off x="3069250" y="3453925"/>
              <a:ext cx="1835863" cy="1777974"/>
              <a:chOff x="8352175" y="-274150"/>
              <a:chExt cx="1835863" cy="1777974"/>
            </a:xfrm>
          </p:grpSpPr>
          <p:grpSp>
            <p:nvGrpSpPr>
              <p:cNvPr id="1092" name="Google Shape;1092;p71"/>
              <p:cNvGrpSpPr/>
              <p:nvPr/>
            </p:nvGrpSpPr>
            <p:grpSpPr>
              <a:xfrm>
                <a:off x="9314994" y="616216"/>
                <a:ext cx="873044" cy="756167"/>
                <a:chOff x="8022925" y="186250"/>
                <a:chExt cx="815700" cy="706500"/>
              </a:xfrm>
            </p:grpSpPr>
            <p:sp>
              <p:nvSpPr>
                <p:cNvPr id="1093" name="Google Shape;1093;p71"/>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94" name="Google Shape;1094;p71"/>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95" name="Google Shape;1095;p71"/>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096" name="Google Shape;1096;p71"/>
              <p:cNvSpPr/>
              <p:nvPr/>
            </p:nvSpPr>
            <p:spPr>
              <a:xfrm>
                <a:off x="8942351" y="1107824"/>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097" name="Google Shape;1097;p71"/>
              <p:cNvSpPr/>
              <p:nvPr/>
            </p:nvSpPr>
            <p:spPr>
              <a:xfrm>
                <a:off x="9118688" y="5905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098" name="Google Shape;1098;p71"/>
              <p:cNvGrpSpPr/>
              <p:nvPr/>
            </p:nvGrpSpPr>
            <p:grpSpPr>
              <a:xfrm>
                <a:off x="8408775" y="-274150"/>
                <a:ext cx="906219" cy="1300800"/>
                <a:chOff x="6860600" y="1707050"/>
                <a:chExt cx="906219" cy="1300800"/>
              </a:xfrm>
            </p:grpSpPr>
            <p:grpSp>
              <p:nvGrpSpPr>
                <p:cNvPr id="1099" name="Google Shape;1099;p71"/>
                <p:cNvGrpSpPr/>
                <p:nvPr/>
              </p:nvGrpSpPr>
              <p:grpSpPr>
                <a:xfrm>
                  <a:off x="6860600" y="2285500"/>
                  <a:ext cx="906219" cy="722350"/>
                  <a:chOff x="6860600" y="2285500"/>
                  <a:chExt cx="906219" cy="722350"/>
                </a:xfrm>
              </p:grpSpPr>
              <p:cxnSp>
                <p:nvCxnSpPr>
                  <p:cNvPr id="1100" name="Google Shape;1100;p71"/>
                  <p:cNvCxnSpPr>
                    <a:stCxn id="1093"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1101" name="Google Shape;1101;p71"/>
                  <p:cNvGrpSpPr/>
                  <p:nvPr/>
                </p:nvGrpSpPr>
                <p:grpSpPr>
                  <a:xfrm>
                    <a:off x="6860600" y="2285500"/>
                    <a:ext cx="755625" cy="690000"/>
                    <a:chOff x="6860600" y="2285500"/>
                    <a:chExt cx="755625" cy="690000"/>
                  </a:xfrm>
                </p:grpSpPr>
                <p:cxnSp>
                  <p:nvCxnSpPr>
                    <p:cNvPr id="1102" name="Google Shape;1102;p71"/>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1103" name="Google Shape;1103;p71"/>
                    <p:cNvCxnSpPr/>
                    <p:nvPr/>
                  </p:nvCxnSpPr>
                  <p:spPr>
                    <a:xfrm rot="10800000">
                      <a:off x="6860600" y="2289200"/>
                      <a:ext cx="405900" cy="0"/>
                    </a:xfrm>
                    <a:prstGeom prst="straightConnector1">
                      <a:avLst/>
                    </a:prstGeom>
                    <a:noFill/>
                    <a:ln cap="flat" cmpd="sng" w="9525">
                      <a:solidFill>
                        <a:schemeClr val="dk2"/>
                      </a:solidFill>
                      <a:prstDash val="solid"/>
                      <a:round/>
                      <a:headEnd len="sm" w="sm" type="none"/>
                      <a:tailEnd len="sm" w="sm" type="none"/>
                    </a:ln>
                  </p:spPr>
                </p:cxnSp>
              </p:grpSp>
              <p:sp>
                <p:nvSpPr>
                  <p:cNvPr id="1104" name="Google Shape;1104;p71"/>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105" name="Google Shape;1105;p71"/>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1106" name="Google Shape;1106;p71"/>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107" name="Google Shape;1107;p71"/>
              <p:cNvSpPr/>
              <p:nvPr/>
            </p:nvSpPr>
            <p:spPr>
              <a:xfrm>
                <a:off x="8352175" y="2686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08" name="Google Shape;1108;p71"/>
              <p:cNvSpPr/>
              <p:nvPr/>
            </p:nvSpPr>
            <p:spPr>
              <a:xfrm>
                <a:off x="9315002" y="1749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109" name="Google Shape;1109;p71"/>
            <p:cNvGrpSpPr/>
            <p:nvPr/>
          </p:nvGrpSpPr>
          <p:grpSpPr>
            <a:xfrm>
              <a:off x="7623713" y="-300834"/>
              <a:ext cx="1397189" cy="1390907"/>
              <a:chOff x="3829838" y="1482116"/>
              <a:chExt cx="1397189" cy="1390907"/>
            </a:xfrm>
          </p:grpSpPr>
          <p:grpSp>
            <p:nvGrpSpPr>
              <p:cNvPr id="1110" name="Google Shape;1110;p71"/>
              <p:cNvGrpSpPr/>
              <p:nvPr/>
            </p:nvGrpSpPr>
            <p:grpSpPr>
              <a:xfrm>
                <a:off x="3829838" y="1482116"/>
                <a:ext cx="1397189" cy="756167"/>
                <a:chOff x="3829838" y="1482116"/>
                <a:chExt cx="1397189" cy="756167"/>
              </a:xfrm>
            </p:grpSpPr>
            <p:grpSp>
              <p:nvGrpSpPr>
                <p:cNvPr id="1111" name="Google Shape;1111;p71"/>
                <p:cNvGrpSpPr/>
                <p:nvPr/>
              </p:nvGrpSpPr>
              <p:grpSpPr>
                <a:xfrm>
                  <a:off x="4046769" y="1482116"/>
                  <a:ext cx="873044" cy="756167"/>
                  <a:chOff x="8022925" y="186250"/>
                  <a:chExt cx="815700" cy="706500"/>
                </a:xfrm>
              </p:grpSpPr>
              <p:sp>
                <p:nvSpPr>
                  <p:cNvPr id="1112" name="Google Shape;1112;p71"/>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13" name="Google Shape;1113;p71"/>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14" name="Google Shape;1114;p71"/>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115" name="Google Shape;1115;p71"/>
                <p:cNvSpPr/>
                <p:nvPr/>
              </p:nvSpPr>
              <p:spPr>
                <a:xfrm>
                  <a:off x="4919827" y="195357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16" name="Google Shape;1116;p71"/>
                <p:cNvSpPr/>
                <p:nvPr/>
              </p:nvSpPr>
              <p:spPr>
                <a:xfrm>
                  <a:off x="3829838" y="21264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117" name="Google Shape;1117;p71"/>
              <p:cNvCxnSpPr>
                <a:stCxn id="1112" idx="1"/>
                <a:endCxn id="1118" idx="0"/>
              </p:cNvCxnSpPr>
              <p:nvPr/>
            </p:nvCxnSpPr>
            <p:spPr>
              <a:xfrm>
                <a:off x="4730771" y="2238283"/>
                <a:ext cx="172800" cy="135000"/>
              </a:xfrm>
              <a:prstGeom prst="straightConnector1">
                <a:avLst/>
              </a:prstGeom>
              <a:noFill/>
              <a:ln cap="flat" cmpd="sng" w="9525">
                <a:solidFill>
                  <a:schemeClr val="dk2"/>
                </a:solidFill>
                <a:prstDash val="solid"/>
                <a:round/>
                <a:headEnd len="sm" w="sm" type="none"/>
                <a:tailEnd len="sm" w="sm" type="none"/>
              </a:ln>
            </p:spPr>
          </p:cxnSp>
          <p:sp>
            <p:nvSpPr>
              <p:cNvPr id="1118" name="Google Shape;1118;p71"/>
              <p:cNvSpPr/>
              <p:nvPr/>
            </p:nvSpPr>
            <p:spPr>
              <a:xfrm rot="-5400000">
                <a:off x="4653574" y="2406673"/>
                <a:ext cx="499800" cy="4329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19" name="Google Shape;1119;p71"/>
              <p:cNvSpPr/>
              <p:nvPr/>
            </p:nvSpPr>
            <p:spPr>
              <a:xfrm rot="-5400000">
                <a:off x="4704500" y="2450622"/>
                <a:ext cx="398100" cy="345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120" name="Google Shape;1120;p71"/>
            <p:cNvGrpSpPr/>
            <p:nvPr/>
          </p:nvGrpSpPr>
          <p:grpSpPr>
            <a:xfrm rot="5400000">
              <a:off x="268890" y="-11025"/>
              <a:ext cx="725260" cy="989200"/>
              <a:chOff x="2136440" y="1592025"/>
              <a:chExt cx="725260" cy="989200"/>
            </a:xfrm>
          </p:grpSpPr>
          <p:grpSp>
            <p:nvGrpSpPr>
              <p:cNvPr id="1121" name="Google Shape;1121;p71"/>
              <p:cNvGrpSpPr/>
              <p:nvPr/>
            </p:nvGrpSpPr>
            <p:grpSpPr>
              <a:xfrm rot="10800000">
                <a:off x="2273907" y="2024002"/>
                <a:ext cx="587793" cy="509104"/>
                <a:chOff x="8022925" y="186250"/>
                <a:chExt cx="815700" cy="706500"/>
              </a:xfrm>
            </p:grpSpPr>
            <p:sp>
              <p:nvSpPr>
                <p:cNvPr id="1122" name="Google Shape;1122;p71"/>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23" name="Google Shape;1123;p71"/>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124" name="Google Shape;1124;p71"/>
              <p:cNvSpPr/>
              <p:nvPr/>
            </p:nvSpPr>
            <p:spPr>
              <a:xfrm rot="10800000">
                <a:off x="2349928" y="24789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1125" name="Google Shape;1125;p71"/>
              <p:cNvCxnSpPr>
                <a:stCxn id="1122" idx="3"/>
              </p:cNvCxnSpPr>
              <p:nvPr/>
            </p:nvCxnSpPr>
            <p:spPr>
              <a:xfrm rot="-5400000">
                <a:off x="2660100" y="2076954"/>
                <a:ext cx="403200" cy="0"/>
              </a:xfrm>
              <a:prstGeom prst="straightConnector1">
                <a:avLst/>
              </a:prstGeom>
              <a:noFill/>
              <a:ln cap="flat" cmpd="sng" w="9525">
                <a:solidFill>
                  <a:schemeClr val="dk2"/>
                </a:solidFill>
                <a:prstDash val="solid"/>
                <a:round/>
                <a:headEnd len="sm" w="sm" type="none"/>
                <a:tailEnd len="sm" w="sm" type="none"/>
              </a:ln>
            </p:spPr>
          </p:cxnSp>
          <p:cxnSp>
            <p:nvCxnSpPr>
              <p:cNvPr id="1126" name="Google Shape;1126;p71"/>
              <p:cNvCxnSpPr>
                <a:stCxn id="1122" idx="1"/>
              </p:cNvCxnSpPr>
              <p:nvPr/>
            </p:nvCxnSpPr>
            <p:spPr>
              <a:xfrm flipH="1" rot="5400000">
                <a:off x="2092183" y="1715002"/>
                <a:ext cx="391800" cy="226200"/>
              </a:xfrm>
              <a:prstGeom prst="straightConnector1">
                <a:avLst/>
              </a:prstGeom>
              <a:noFill/>
              <a:ln cap="flat" cmpd="sng" w="9525">
                <a:solidFill>
                  <a:schemeClr val="dk2"/>
                </a:solidFill>
                <a:prstDash val="solid"/>
                <a:round/>
                <a:headEnd len="sm" w="sm" type="none"/>
                <a:tailEnd len="sm" w="sm" type="none"/>
              </a:ln>
            </p:spPr>
          </p:cxnSp>
          <p:sp>
            <p:nvSpPr>
              <p:cNvPr id="1127" name="Google Shape;1127;p71"/>
              <p:cNvSpPr/>
              <p:nvPr/>
            </p:nvSpPr>
            <p:spPr>
              <a:xfrm rot="10800000">
                <a:off x="2136440" y="15920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128" name="Google Shape;1128;p71"/>
            <p:cNvGrpSpPr/>
            <p:nvPr/>
          </p:nvGrpSpPr>
          <p:grpSpPr>
            <a:xfrm>
              <a:off x="8124421" y="4398879"/>
              <a:ext cx="1245819" cy="1079037"/>
              <a:chOff x="8022925" y="186250"/>
              <a:chExt cx="815700" cy="706500"/>
            </a:xfrm>
          </p:grpSpPr>
          <p:sp>
            <p:nvSpPr>
              <p:cNvPr id="1129" name="Google Shape;1129;p71"/>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30" name="Google Shape;1130;p71"/>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31" name="Google Shape;1131;p71"/>
              <p:cNvSpPr/>
              <p:nvPr/>
            </p:nvSpPr>
            <p:spPr>
              <a:xfrm>
                <a:off x="8194799" y="335187"/>
                <a:ext cx="471900" cy="4086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1132" name="Shape 1132"/>
        <p:cNvGrpSpPr/>
        <p:nvPr/>
      </p:nvGrpSpPr>
      <p:grpSpPr>
        <a:xfrm>
          <a:off x="0" y="0"/>
          <a:ext cx="0" cy="0"/>
          <a:chOff x="0" y="0"/>
          <a:chExt cx="0" cy="0"/>
        </a:xfrm>
      </p:grpSpPr>
      <p:sp>
        <p:nvSpPr>
          <p:cNvPr id="1133" name="Google Shape;1133;p7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34" name="Google Shape;1134;p72"/>
          <p:cNvSpPr txBox="1"/>
          <p:nvPr>
            <p:ph idx="1" type="body"/>
          </p:nvPr>
        </p:nvSpPr>
        <p:spPr>
          <a:xfrm>
            <a:off x="720000" y="1215750"/>
            <a:ext cx="7704000" cy="3233100"/>
          </a:xfrm>
          <a:prstGeom prst="rect">
            <a:avLst/>
          </a:prstGeom>
          <a:noFill/>
          <a:ln>
            <a:noFill/>
          </a:ln>
        </p:spPr>
        <p:txBody>
          <a:bodyPr anchorCtr="0" anchor="t" bIns="91425" lIns="91425" spcFirstLastPara="1" rIns="91425" wrap="square" tIns="91425">
            <a:noAutofit/>
          </a:bodyPr>
          <a:lstStyle>
            <a:lvl1pPr indent="-279400" lvl="0" marL="457200" algn="l">
              <a:lnSpc>
                <a:spcPct val="115000"/>
              </a:lnSpc>
              <a:spcBef>
                <a:spcPts val="0"/>
              </a:spcBef>
              <a:spcAft>
                <a:spcPts val="0"/>
              </a:spcAft>
              <a:buClr>
                <a:schemeClr val="dk2"/>
              </a:buClr>
              <a:buSzPts val="800"/>
              <a:buFont typeface="Nunito Light"/>
              <a:buChar char="●"/>
              <a:defRPr sz="1200"/>
            </a:lvl1pPr>
            <a:lvl2pPr indent="-304800" lvl="1" marL="914400" algn="l">
              <a:lnSpc>
                <a:spcPct val="115000"/>
              </a:lnSpc>
              <a:spcBef>
                <a:spcPts val="0"/>
              </a:spcBef>
              <a:spcAft>
                <a:spcPts val="0"/>
              </a:spcAft>
              <a:buSzPts val="1200"/>
              <a:buFont typeface="Nunito Light"/>
              <a:buChar char="○"/>
              <a:defRPr/>
            </a:lvl2pPr>
            <a:lvl3pPr indent="-304800" lvl="2" marL="1371600" algn="l">
              <a:lnSpc>
                <a:spcPct val="115000"/>
              </a:lnSpc>
              <a:spcBef>
                <a:spcPts val="0"/>
              </a:spcBef>
              <a:spcAft>
                <a:spcPts val="0"/>
              </a:spcAft>
              <a:buClr>
                <a:srgbClr val="FFC800"/>
              </a:buClr>
              <a:buSzPts val="1200"/>
              <a:buFont typeface="Nunito Light"/>
              <a:buChar char="■"/>
              <a:defRPr/>
            </a:lvl3pPr>
            <a:lvl4pPr indent="-304800" lvl="3" marL="1828800" algn="l">
              <a:lnSpc>
                <a:spcPct val="115000"/>
              </a:lnSpc>
              <a:spcBef>
                <a:spcPts val="0"/>
              </a:spcBef>
              <a:spcAft>
                <a:spcPts val="0"/>
              </a:spcAft>
              <a:buClr>
                <a:srgbClr val="FFC800"/>
              </a:buClr>
              <a:buSzPts val="1200"/>
              <a:buFont typeface="Nunito Light"/>
              <a:buChar char="●"/>
              <a:defRPr/>
            </a:lvl4pPr>
            <a:lvl5pPr indent="-304800" lvl="4" marL="2286000" algn="l">
              <a:lnSpc>
                <a:spcPct val="115000"/>
              </a:lnSpc>
              <a:spcBef>
                <a:spcPts val="0"/>
              </a:spcBef>
              <a:spcAft>
                <a:spcPts val="0"/>
              </a:spcAft>
              <a:buClr>
                <a:srgbClr val="434343"/>
              </a:buClr>
              <a:buSzPts val="1200"/>
              <a:buFont typeface="Nunito Light"/>
              <a:buChar char="○"/>
              <a:defRPr/>
            </a:lvl5pPr>
            <a:lvl6pPr indent="-304800" lvl="5" marL="2743200" algn="l">
              <a:lnSpc>
                <a:spcPct val="115000"/>
              </a:lnSpc>
              <a:spcBef>
                <a:spcPts val="0"/>
              </a:spcBef>
              <a:spcAft>
                <a:spcPts val="0"/>
              </a:spcAft>
              <a:buClr>
                <a:srgbClr val="434343"/>
              </a:buClr>
              <a:buSzPts val="1200"/>
              <a:buFont typeface="Nunito Light"/>
              <a:buChar char="■"/>
              <a:defRPr/>
            </a:lvl6pPr>
            <a:lvl7pPr indent="-304800" lvl="6" marL="3200400" algn="l">
              <a:lnSpc>
                <a:spcPct val="115000"/>
              </a:lnSpc>
              <a:spcBef>
                <a:spcPts val="0"/>
              </a:spcBef>
              <a:spcAft>
                <a:spcPts val="0"/>
              </a:spcAft>
              <a:buClr>
                <a:srgbClr val="434343"/>
              </a:buClr>
              <a:buSzPts val="1200"/>
              <a:buFont typeface="Nunito Light"/>
              <a:buChar char="●"/>
              <a:defRPr/>
            </a:lvl7pPr>
            <a:lvl8pPr indent="-304800" lvl="7" marL="3657600" algn="l">
              <a:lnSpc>
                <a:spcPct val="115000"/>
              </a:lnSpc>
              <a:spcBef>
                <a:spcPts val="0"/>
              </a:spcBef>
              <a:spcAft>
                <a:spcPts val="0"/>
              </a:spcAft>
              <a:buClr>
                <a:srgbClr val="434343"/>
              </a:buClr>
              <a:buSzPts val="1200"/>
              <a:buFont typeface="Nunito Light"/>
              <a:buChar char="○"/>
              <a:defRPr/>
            </a:lvl8pPr>
            <a:lvl9pPr indent="-304800" lvl="8" marL="4114800" algn="l">
              <a:lnSpc>
                <a:spcPct val="115000"/>
              </a:lnSpc>
              <a:spcBef>
                <a:spcPts val="0"/>
              </a:spcBef>
              <a:spcAft>
                <a:spcPts val="0"/>
              </a:spcAft>
              <a:buClr>
                <a:srgbClr val="434343"/>
              </a:buClr>
              <a:buSzPts val="1200"/>
              <a:buFont typeface="Nunito Light"/>
              <a:buChar char="■"/>
              <a:defRPr/>
            </a:lvl9pPr>
          </a:lstStyle>
          <a:p/>
        </p:txBody>
      </p:sp>
      <p:grpSp>
        <p:nvGrpSpPr>
          <p:cNvPr id="1135" name="Google Shape;1135;p72"/>
          <p:cNvGrpSpPr/>
          <p:nvPr/>
        </p:nvGrpSpPr>
        <p:grpSpPr>
          <a:xfrm>
            <a:off x="419652" y="-320547"/>
            <a:ext cx="8890113" cy="5704837"/>
            <a:chOff x="419652" y="-320547"/>
            <a:chExt cx="8890113" cy="5704837"/>
          </a:xfrm>
        </p:grpSpPr>
        <p:grpSp>
          <p:nvGrpSpPr>
            <p:cNvPr id="1136" name="Google Shape;1136;p72"/>
            <p:cNvGrpSpPr/>
            <p:nvPr/>
          </p:nvGrpSpPr>
          <p:grpSpPr>
            <a:xfrm>
              <a:off x="7877556" y="-320547"/>
              <a:ext cx="1180258" cy="1608559"/>
              <a:chOff x="4046769" y="1482116"/>
              <a:chExt cx="1180258" cy="1608559"/>
            </a:xfrm>
          </p:grpSpPr>
          <p:grpSp>
            <p:nvGrpSpPr>
              <p:cNvPr id="1137" name="Google Shape;1137;p72"/>
              <p:cNvGrpSpPr/>
              <p:nvPr/>
            </p:nvGrpSpPr>
            <p:grpSpPr>
              <a:xfrm>
                <a:off x="4046769" y="1482116"/>
                <a:ext cx="1180258" cy="1608559"/>
                <a:chOff x="4046769" y="1482116"/>
                <a:chExt cx="1180258" cy="1608559"/>
              </a:xfrm>
            </p:grpSpPr>
            <p:grpSp>
              <p:nvGrpSpPr>
                <p:cNvPr id="1138" name="Google Shape;1138;p72"/>
                <p:cNvGrpSpPr/>
                <p:nvPr/>
              </p:nvGrpSpPr>
              <p:grpSpPr>
                <a:xfrm>
                  <a:off x="4046769" y="1482116"/>
                  <a:ext cx="873044" cy="756167"/>
                  <a:chOff x="8022925" y="186250"/>
                  <a:chExt cx="815700" cy="706500"/>
                </a:xfrm>
              </p:grpSpPr>
              <p:sp>
                <p:nvSpPr>
                  <p:cNvPr id="1139" name="Google Shape;1139;p72"/>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40" name="Google Shape;1140;p72"/>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41" name="Google Shape;1141;p72"/>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142" name="Google Shape;1142;p72"/>
                <p:cNvSpPr/>
                <p:nvPr/>
              </p:nvSpPr>
              <p:spPr>
                <a:xfrm>
                  <a:off x="4919827" y="195357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43" name="Google Shape;1143;p72"/>
                <p:cNvSpPr/>
                <p:nvPr/>
              </p:nvSpPr>
              <p:spPr>
                <a:xfrm>
                  <a:off x="5022288" y="298837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144" name="Google Shape;1144;p72"/>
              <p:cNvCxnSpPr>
                <a:stCxn id="1139" idx="1"/>
                <a:endCxn id="1145" idx="0"/>
              </p:cNvCxnSpPr>
              <p:nvPr/>
            </p:nvCxnSpPr>
            <p:spPr>
              <a:xfrm>
                <a:off x="4730771" y="2238283"/>
                <a:ext cx="172800" cy="135000"/>
              </a:xfrm>
              <a:prstGeom prst="straightConnector1">
                <a:avLst/>
              </a:prstGeom>
              <a:noFill/>
              <a:ln cap="flat" cmpd="sng" w="9525">
                <a:solidFill>
                  <a:schemeClr val="dk2"/>
                </a:solidFill>
                <a:prstDash val="solid"/>
                <a:round/>
                <a:headEnd len="sm" w="sm" type="none"/>
                <a:tailEnd len="sm" w="sm" type="none"/>
              </a:ln>
            </p:spPr>
          </p:cxnSp>
          <p:sp>
            <p:nvSpPr>
              <p:cNvPr id="1145" name="Google Shape;1145;p72"/>
              <p:cNvSpPr/>
              <p:nvPr/>
            </p:nvSpPr>
            <p:spPr>
              <a:xfrm rot="-5400000">
                <a:off x="4653574" y="2406673"/>
                <a:ext cx="499800" cy="4329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46" name="Google Shape;1146;p72"/>
              <p:cNvSpPr/>
              <p:nvPr/>
            </p:nvSpPr>
            <p:spPr>
              <a:xfrm rot="-5400000">
                <a:off x="4704500" y="2450622"/>
                <a:ext cx="398100" cy="345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147" name="Google Shape;1147;p72"/>
            <p:cNvGrpSpPr/>
            <p:nvPr/>
          </p:nvGrpSpPr>
          <p:grpSpPr>
            <a:xfrm rot="-5400000">
              <a:off x="7939929" y="3878757"/>
              <a:ext cx="1055513" cy="1684159"/>
              <a:chOff x="9132525" y="-311776"/>
              <a:chExt cx="1055513" cy="1684159"/>
            </a:xfrm>
          </p:grpSpPr>
          <p:grpSp>
            <p:nvGrpSpPr>
              <p:cNvPr id="1148" name="Google Shape;1148;p72"/>
              <p:cNvGrpSpPr/>
              <p:nvPr/>
            </p:nvGrpSpPr>
            <p:grpSpPr>
              <a:xfrm>
                <a:off x="9314994" y="616216"/>
                <a:ext cx="873044" cy="756167"/>
                <a:chOff x="8022925" y="186250"/>
                <a:chExt cx="815700" cy="706500"/>
              </a:xfrm>
            </p:grpSpPr>
            <p:sp>
              <p:nvSpPr>
                <p:cNvPr id="1149" name="Google Shape;1149;p72"/>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50" name="Google Shape;1150;p72"/>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51" name="Google Shape;1151;p72"/>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152" name="Google Shape;1152;p72"/>
              <p:cNvSpPr/>
              <p:nvPr/>
            </p:nvSpPr>
            <p:spPr>
              <a:xfrm>
                <a:off x="9240001" y="-311776"/>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53" name="Google Shape;1153;p72"/>
              <p:cNvSpPr/>
              <p:nvPr/>
            </p:nvSpPr>
            <p:spPr>
              <a:xfrm>
                <a:off x="9283263" y="53177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154" name="Google Shape;1154;p72"/>
              <p:cNvGrpSpPr/>
              <p:nvPr/>
            </p:nvGrpSpPr>
            <p:grpSpPr>
              <a:xfrm>
                <a:off x="9132525" y="961850"/>
                <a:ext cx="182469" cy="186349"/>
                <a:chOff x="7584350" y="2943050"/>
                <a:chExt cx="182469" cy="186349"/>
              </a:xfrm>
            </p:grpSpPr>
            <p:cxnSp>
              <p:nvCxnSpPr>
                <p:cNvPr id="1155" name="Google Shape;1155;p72"/>
                <p:cNvCxnSpPr>
                  <a:stCxn id="1149" idx="3"/>
                </p:cNvCxnSpPr>
                <p:nvPr/>
              </p:nvCxnSpPr>
              <p:spPr>
                <a:xfrm rot="5400000">
                  <a:off x="7689869" y="3052450"/>
                  <a:ext cx="153900" cy="0"/>
                </a:xfrm>
                <a:prstGeom prst="straightConnector1">
                  <a:avLst/>
                </a:prstGeom>
                <a:noFill/>
                <a:ln cap="flat" cmpd="sng" w="9525">
                  <a:solidFill>
                    <a:schemeClr val="dk2"/>
                  </a:solidFill>
                  <a:prstDash val="solid"/>
                  <a:round/>
                  <a:headEnd len="sm" w="sm" type="none"/>
                  <a:tailEnd len="sm" w="sm" type="none"/>
                </a:ln>
              </p:spPr>
            </p:cxnSp>
            <p:sp>
              <p:nvSpPr>
                <p:cNvPr id="1156" name="Google Shape;1156;p72"/>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157" name="Google Shape;1157;p72"/>
              <p:cNvSpPr/>
              <p:nvPr/>
            </p:nvSpPr>
            <p:spPr>
              <a:xfrm>
                <a:off x="9315002" y="1749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158" name="Google Shape;1158;p72"/>
            <p:cNvGrpSpPr/>
            <p:nvPr/>
          </p:nvGrpSpPr>
          <p:grpSpPr>
            <a:xfrm>
              <a:off x="419652" y="4608574"/>
              <a:ext cx="895761" cy="775716"/>
              <a:chOff x="8734757" y="961160"/>
              <a:chExt cx="586500" cy="507900"/>
            </a:xfrm>
          </p:grpSpPr>
          <p:sp>
            <p:nvSpPr>
              <p:cNvPr id="1159" name="Google Shape;1159;p72"/>
              <p:cNvSpPr/>
              <p:nvPr/>
            </p:nvSpPr>
            <p:spPr>
              <a:xfrm>
                <a:off x="8734757" y="961160"/>
                <a:ext cx="586500" cy="5079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60" name="Google Shape;1160;p72"/>
              <p:cNvSpPr/>
              <p:nvPr/>
            </p:nvSpPr>
            <p:spPr>
              <a:xfrm>
                <a:off x="8765857" y="988132"/>
                <a:ext cx="524400" cy="4539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61" name="Google Shape;1161;p72"/>
              <p:cNvSpPr/>
              <p:nvPr/>
            </p:nvSpPr>
            <p:spPr>
              <a:xfrm>
                <a:off x="8858328" y="1068242"/>
                <a:ext cx="339300" cy="2937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162" name="Shape 1162"/>
        <p:cNvGrpSpPr/>
        <p:nvPr/>
      </p:nvGrpSpPr>
      <p:grpSpPr>
        <a:xfrm>
          <a:off x="0" y="0"/>
          <a:ext cx="0" cy="0"/>
          <a:chOff x="0" y="0"/>
          <a:chExt cx="0" cy="0"/>
        </a:xfrm>
      </p:grpSpPr>
      <p:sp>
        <p:nvSpPr>
          <p:cNvPr id="1163" name="Google Shape;1163;p7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64" name="Google Shape;1164;p73"/>
          <p:cNvSpPr txBox="1"/>
          <p:nvPr>
            <p:ph idx="1" type="body"/>
          </p:nvPr>
        </p:nvSpPr>
        <p:spPr>
          <a:xfrm>
            <a:off x="720000" y="1215750"/>
            <a:ext cx="7704000" cy="32331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Clr>
                <a:schemeClr val="dk2"/>
              </a:buClr>
              <a:buSzPts val="1200"/>
              <a:buChar char="●"/>
              <a:defRPr sz="1200"/>
            </a:lvl1pPr>
            <a:lvl2pPr indent="-317500" lvl="1" marL="914400" algn="l">
              <a:lnSpc>
                <a:spcPct val="115000"/>
              </a:lnSpc>
              <a:spcBef>
                <a:spcPts val="0"/>
              </a:spcBef>
              <a:spcAft>
                <a:spcPts val="0"/>
              </a:spcAft>
              <a:buSzPts val="1400"/>
              <a:buFont typeface="Lato"/>
              <a:buChar char="○"/>
              <a:defRPr/>
            </a:lvl2pPr>
            <a:lvl3pPr indent="-317500" lvl="2" marL="1371600" algn="l">
              <a:lnSpc>
                <a:spcPct val="115000"/>
              </a:lnSpc>
              <a:spcBef>
                <a:spcPts val="0"/>
              </a:spcBef>
              <a:spcAft>
                <a:spcPts val="0"/>
              </a:spcAft>
              <a:buSzPts val="1400"/>
              <a:buFont typeface="Lato"/>
              <a:buChar char="■"/>
              <a:defRPr/>
            </a:lvl3pPr>
            <a:lvl4pPr indent="-317500" lvl="3" marL="1828800" algn="l">
              <a:lnSpc>
                <a:spcPct val="115000"/>
              </a:lnSpc>
              <a:spcBef>
                <a:spcPts val="0"/>
              </a:spcBef>
              <a:spcAft>
                <a:spcPts val="0"/>
              </a:spcAft>
              <a:buSzPts val="1400"/>
              <a:buFont typeface="Lato"/>
              <a:buChar char="●"/>
              <a:defRPr/>
            </a:lvl4pPr>
            <a:lvl5pPr indent="-317500" lvl="4" marL="2286000" algn="l">
              <a:lnSpc>
                <a:spcPct val="115000"/>
              </a:lnSpc>
              <a:spcBef>
                <a:spcPts val="0"/>
              </a:spcBef>
              <a:spcAft>
                <a:spcPts val="0"/>
              </a:spcAft>
              <a:buSzPts val="1400"/>
              <a:buFont typeface="Lato"/>
              <a:buChar char="○"/>
              <a:defRPr/>
            </a:lvl5pPr>
            <a:lvl6pPr indent="-317500" lvl="5" marL="2743200" algn="l">
              <a:lnSpc>
                <a:spcPct val="115000"/>
              </a:lnSpc>
              <a:spcBef>
                <a:spcPts val="0"/>
              </a:spcBef>
              <a:spcAft>
                <a:spcPts val="0"/>
              </a:spcAft>
              <a:buSzPts val="1400"/>
              <a:buFont typeface="Lato"/>
              <a:buChar char="■"/>
              <a:defRPr/>
            </a:lvl6pPr>
            <a:lvl7pPr indent="-317500" lvl="6" marL="3200400" algn="l">
              <a:lnSpc>
                <a:spcPct val="115000"/>
              </a:lnSpc>
              <a:spcBef>
                <a:spcPts val="0"/>
              </a:spcBef>
              <a:spcAft>
                <a:spcPts val="0"/>
              </a:spcAft>
              <a:buSzPts val="1400"/>
              <a:buFont typeface="Lato"/>
              <a:buChar char="●"/>
              <a:defRPr/>
            </a:lvl7pPr>
            <a:lvl8pPr indent="-317500" lvl="7" marL="3657600" algn="l">
              <a:lnSpc>
                <a:spcPct val="115000"/>
              </a:lnSpc>
              <a:spcBef>
                <a:spcPts val="0"/>
              </a:spcBef>
              <a:spcAft>
                <a:spcPts val="0"/>
              </a:spcAft>
              <a:buSzPts val="1400"/>
              <a:buFont typeface="Lato"/>
              <a:buChar char="○"/>
              <a:defRPr/>
            </a:lvl8pPr>
            <a:lvl9pPr indent="-317500" lvl="8" marL="4114800" algn="l">
              <a:lnSpc>
                <a:spcPct val="115000"/>
              </a:lnSpc>
              <a:spcBef>
                <a:spcPts val="0"/>
              </a:spcBef>
              <a:spcAft>
                <a:spcPts val="0"/>
              </a:spcAft>
              <a:buSzPts val="1400"/>
              <a:buFont typeface="Lato"/>
              <a:buChar char="■"/>
              <a:defRPr/>
            </a:lvl9pPr>
          </a:lstStyle>
          <a:p/>
        </p:txBody>
      </p:sp>
      <p:grpSp>
        <p:nvGrpSpPr>
          <p:cNvPr id="1165" name="Google Shape;1165;p73"/>
          <p:cNvGrpSpPr/>
          <p:nvPr/>
        </p:nvGrpSpPr>
        <p:grpSpPr>
          <a:xfrm>
            <a:off x="7225313" y="56675"/>
            <a:ext cx="2410926" cy="4985600"/>
            <a:chOff x="7225313" y="56675"/>
            <a:chExt cx="2410926" cy="4985600"/>
          </a:xfrm>
        </p:grpSpPr>
        <p:grpSp>
          <p:nvGrpSpPr>
            <p:cNvPr id="1166" name="Google Shape;1166;p73"/>
            <p:cNvGrpSpPr/>
            <p:nvPr/>
          </p:nvGrpSpPr>
          <p:grpSpPr>
            <a:xfrm rot="10800000">
              <a:off x="7225315" y="3690602"/>
              <a:ext cx="1845335" cy="1351673"/>
              <a:chOff x="1557290" y="2633002"/>
              <a:chExt cx="1845335" cy="1351673"/>
            </a:xfrm>
          </p:grpSpPr>
          <p:grpSp>
            <p:nvGrpSpPr>
              <p:cNvPr id="1167" name="Google Shape;1167;p73"/>
              <p:cNvGrpSpPr/>
              <p:nvPr/>
            </p:nvGrpSpPr>
            <p:grpSpPr>
              <a:xfrm rot="10800000">
                <a:off x="1673693" y="2677134"/>
                <a:ext cx="917499" cy="794671"/>
                <a:chOff x="8022925" y="186250"/>
                <a:chExt cx="815700" cy="706500"/>
              </a:xfrm>
            </p:grpSpPr>
            <p:sp>
              <p:nvSpPr>
                <p:cNvPr id="1168" name="Google Shape;1168;p73"/>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69" name="Google Shape;1169;p73"/>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170" name="Google Shape;1170;p73"/>
              <p:cNvGrpSpPr/>
              <p:nvPr/>
            </p:nvGrpSpPr>
            <p:grpSpPr>
              <a:xfrm rot="10800000">
                <a:off x="2814832" y="2633002"/>
                <a:ext cx="587793" cy="509104"/>
                <a:chOff x="8022925" y="186250"/>
                <a:chExt cx="815700" cy="706500"/>
              </a:xfrm>
            </p:grpSpPr>
            <p:sp>
              <p:nvSpPr>
                <p:cNvPr id="1171" name="Google Shape;1171;p73"/>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72" name="Google Shape;1172;p73"/>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173" name="Google Shape;1173;p73"/>
              <p:cNvCxnSpPr>
                <a:stCxn id="1171" idx="0"/>
              </p:cNvCxnSpPr>
              <p:nvPr/>
            </p:nvCxnSpPr>
            <p:spPr>
              <a:xfrm rot="10800000">
                <a:off x="2660332" y="2887554"/>
                <a:ext cx="154500" cy="0"/>
              </a:xfrm>
              <a:prstGeom prst="straightConnector1">
                <a:avLst/>
              </a:prstGeom>
              <a:noFill/>
              <a:ln cap="flat" cmpd="sng" w="9525">
                <a:solidFill>
                  <a:schemeClr val="dk2"/>
                </a:solidFill>
                <a:prstDash val="solid"/>
                <a:round/>
                <a:headEnd len="sm" w="sm" type="none"/>
                <a:tailEnd len="sm" w="sm" type="none"/>
              </a:ln>
            </p:spPr>
          </p:cxnSp>
          <p:cxnSp>
            <p:nvCxnSpPr>
              <p:cNvPr id="1174" name="Google Shape;1174;p73"/>
              <p:cNvCxnSpPr>
                <a:stCxn id="1168" idx="3"/>
              </p:cNvCxnSpPr>
              <p:nvPr/>
            </p:nvCxnSpPr>
            <p:spPr>
              <a:xfrm flipH="1" rot="10800000">
                <a:off x="2591192" y="2886970"/>
                <a:ext cx="73200" cy="187500"/>
              </a:xfrm>
              <a:prstGeom prst="straightConnector1">
                <a:avLst/>
              </a:prstGeom>
              <a:noFill/>
              <a:ln cap="flat" cmpd="sng" w="9525">
                <a:solidFill>
                  <a:schemeClr val="dk2"/>
                </a:solidFill>
                <a:prstDash val="solid"/>
                <a:round/>
                <a:headEnd len="sm" w="sm" type="none"/>
                <a:tailEnd len="sm" w="sm" type="none"/>
              </a:ln>
            </p:spPr>
          </p:cxnSp>
          <p:cxnSp>
            <p:nvCxnSpPr>
              <p:cNvPr id="1175" name="Google Shape;1175;p73"/>
              <p:cNvCxnSpPr>
                <a:stCxn id="1168" idx="5"/>
              </p:cNvCxnSpPr>
              <p:nvPr/>
            </p:nvCxnSpPr>
            <p:spPr>
              <a:xfrm flipH="1">
                <a:off x="1596661" y="3471805"/>
                <a:ext cx="275700" cy="477600"/>
              </a:xfrm>
              <a:prstGeom prst="straightConnector1">
                <a:avLst/>
              </a:prstGeom>
              <a:noFill/>
              <a:ln cap="flat" cmpd="sng" w="9525">
                <a:solidFill>
                  <a:schemeClr val="dk2"/>
                </a:solidFill>
                <a:prstDash val="solid"/>
                <a:round/>
                <a:headEnd len="sm" w="sm" type="none"/>
                <a:tailEnd len="sm" w="sm" type="none"/>
              </a:ln>
            </p:spPr>
          </p:cxnSp>
          <p:sp>
            <p:nvSpPr>
              <p:cNvPr id="1176" name="Google Shape;1176;p73"/>
              <p:cNvSpPr/>
              <p:nvPr/>
            </p:nvSpPr>
            <p:spPr>
              <a:xfrm rot="10800000">
                <a:off x="1557290" y="39060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177" name="Google Shape;1177;p73"/>
            <p:cNvGrpSpPr/>
            <p:nvPr/>
          </p:nvGrpSpPr>
          <p:grpSpPr>
            <a:xfrm rot="10800000">
              <a:off x="7225313" y="56675"/>
              <a:ext cx="2410926" cy="1646533"/>
              <a:chOff x="8352175" y="-274150"/>
              <a:chExt cx="2410926" cy="1646533"/>
            </a:xfrm>
          </p:grpSpPr>
          <p:grpSp>
            <p:nvGrpSpPr>
              <p:cNvPr id="1178" name="Google Shape;1178;p73"/>
              <p:cNvGrpSpPr/>
              <p:nvPr/>
            </p:nvGrpSpPr>
            <p:grpSpPr>
              <a:xfrm>
                <a:off x="9314994" y="616216"/>
                <a:ext cx="873044" cy="756167"/>
                <a:chOff x="8022925" y="186250"/>
                <a:chExt cx="815700" cy="706500"/>
              </a:xfrm>
            </p:grpSpPr>
            <p:sp>
              <p:nvSpPr>
                <p:cNvPr id="1179" name="Google Shape;1179;p73"/>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80" name="Google Shape;1180;p73"/>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81" name="Google Shape;1181;p73"/>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182" name="Google Shape;1182;p73"/>
              <p:cNvSpPr/>
              <p:nvPr/>
            </p:nvSpPr>
            <p:spPr>
              <a:xfrm>
                <a:off x="10305901" y="616224"/>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83" name="Google Shape;1183;p73"/>
              <p:cNvSpPr/>
              <p:nvPr/>
            </p:nvSpPr>
            <p:spPr>
              <a:xfrm>
                <a:off x="9118688" y="5905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184" name="Google Shape;1184;p73"/>
              <p:cNvGrpSpPr/>
              <p:nvPr/>
            </p:nvGrpSpPr>
            <p:grpSpPr>
              <a:xfrm>
                <a:off x="8408775" y="-274150"/>
                <a:ext cx="906219" cy="1300800"/>
                <a:chOff x="6860600" y="1707050"/>
                <a:chExt cx="906219" cy="1300800"/>
              </a:xfrm>
            </p:grpSpPr>
            <p:grpSp>
              <p:nvGrpSpPr>
                <p:cNvPr id="1185" name="Google Shape;1185;p73"/>
                <p:cNvGrpSpPr/>
                <p:nvPr/>
              </p:nvGrpSpPr>
              <p:grpSpPr>
                <a:xfrm>
                  <a:off x="6860600" y="2285500"/>
                  <a:ext cx="906219" cy="722350"/>
                  <a:chOff x="6860600" y="2285500"/>
                  <a:chExt cx="906219" cy="722350"/>
                </a:xfrm>
              </p:grpSpPr>
              <p:cxnSp>
                <p:nvCxnSpPr>
                  <p:cNvPr id="1186" name="Google Shape;1186;p73"/>
                  <p:cNvCxnSpPr>
                    <a:stCxn id="1179"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1187" name="Google Shape;1187;p73"/>
                  <p:cNvGrpSpPr/>
                  <p:nvPr/>
                </p:nvGrpSpPr>
                <p:grpSpPr>
                  <a:xfrm>
                    <a:off x="6860600" y="2285500"/>
                    <a:ext cx="755625" cy="690000"/>
                    <a:chOff x="6860600" y="2285500"/>
                    <a:chExt cx="755625" cy="690000"/>
                  </a:xfrm>
                </p:grpSpPr>
                <p:cxnSp>
                  <p:nvCxnSpPr>
                    <p:cNvPr id="1188" name="Google Shape;1188;p73"/>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1189" name="Google Shape;1189;p73"/>
                    <p:cNvCxnSpPr/>
                    <p:nvPr/>
                  </p:nvCxnSpPr>
                  <p:spPr>
                    <a:xfrm rot="10800000">
                      <a:off x="6860600" y="2289200"/>
                      <a:ext cx="405900" cy="0"/>
                    </a:xfrm>
                    <a:prstGeom prst="straightConnector1">
                      <a:avLst/>
                    </a:prstGeom>
                    <a:noFill/>
                    <a:ln cap="flat" cmpd="sng" w="9525">
                      <a:solidFill>
                        <a:schemeClr val="dk2"/>
                      </a:solidFill>
                      <a:prstDash val="solid"/>
                      <a:round/>
                      <a:headEnd len="sm" w="sm" type="none"/>
                      <a:tailEnd len="sm" w="sm" type="none"/>
                    </a:ln>
                  </p:spPr>
                </p:cxnSp>
              </p:grpSp>
              <p:sp>
                <p:nvSpPr>
                  <p:cNvPr id="1190" name="Google Shape;1190;p73"/>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191" name="Google Shape;1191;p73"/>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1192" name="Google Shape;1192;p73"/>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193" name="Google Shape;1193;p73"/>
              <p:cNvSpPr/>
              <p:nvPr/>
            </p:nvSpPr>
            <p:spPr>
              <a:xfrm>
                <a:off x="8352175" y="2686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94" name="Google Shape;1194;p73"/>
              <p:cNvSpPr/>
              <p:nvPr/>
            </p:nvSpPr>
            <p:spPr>
              <a:xfrm>
                <a:off x="8942352" y="17492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95" name="Shape 1195"/>
        <p:cNvGrpSpPr/>
        <p:nvPr/>
      </p:nvGrpSpPr>
      <p:grpSpPr>
        <a:xfrm>
          <a:off x="0" y="0"/>
          <a:ext cx="0" cy="0"/>
          <a:chOff x="0" y="0"/>
          <a:chExt cx="0" cy="0"/>
        </a:xfrm>
      </p:grpSpPr>
      <p:sp>
        <p:nvSpPr>
          <p:cNvPr id="1196" name="Google Shape;1196;p77"/>
          <p:cNvSpPr txBox="1"/>
          <p:nvPr>
            <p:ph type="title"/>
          </p:nvPr>
        </p:nvSpPr>
        <p:spPr>
          <a:xfrm>
            <a:off x="720000" y="1413525"/>
            <a:ext cx="4294800" cy="2095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4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97" name="Google Shape;1197;p77"/>
          <p:cNvSpPr txBox="1"/>
          <p:nvPr>
            <p:ph idx="1" type="subTitle"/>
          </p:nvPr>
        </p:nvSpPr>
        <p:spPr>
          <a:xfrm>
            <a:off x="720000" y="3508800"/>
            <a:ext cx="4294800" cy="1004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198" name="Google Shape;1198;p77"/>
          <p:cNvGrpSpPr/>
          <p:nvPr/>
        </p:nvGrpSpPr>
        <p:grpSpPr>
          <a:xfrm flipH="1">
            <a:off x="61714" y="-340114"/>
            <a:ext cx="9361048" cy="5744521"/>
            <a:chOff x="-278087" y="-340114"/>
            <a:chExt cx="9361048" cy="5744521"/>
          </a:xfrm>
        </p:grpSpPr>
        <p:grpSp>
          <p:nvGrpSpPr>
            <p:cNvPr id="1199" name="Google Shape;1199;p77"/>
            <p:cNvGrpSpPr/>
            <p:nvPr/>
          </p:nvGrpSpPr>
          <p:grpSpPr>
            <a:xfrm flipH="1" rot="10800000">
              <a:off x="4109226" y="3335677"/>
              <a:ext cx="4973735" cy="2068730"/>
              <a:chOff x="4109226" y="-312689"/>
              <a:chExt cx="4973735" cy="2068730"/>
            </a:xfrm>
          </p:grpSpPr>
          <p:grpSp>
            <p:nvGrpSpPr>
              <p:cNvPr id="1200" name="Google Shape;1200;p77"/>
              <p:cNvGrpSpPr/>
              <p:nvPr/>
            </p:nvGrpSpPr>
            <p:grpSpPr>
              <a:xfrm>
                <a:off x="4109226" y="-312689"/>
                <a:ext cx="4929199" cy="1831430"/>
                <a:chOff x="4035851" y="-41164"/>
                <a:chExt cx="4929199" cy="1831430"/>
              </a:xfrm>
            </p:grpSpPr>
            <p:grpSp>
              <p:nvGrpSpPr>
                <p:cNvPr id="1201" name="Google Shape;1201;p77"/>
                <p:cNvGrpSpPr/>
                <p:nvPr/>
              </p:nvGrpSpPr>
              <p:grpSpPr>
                <a:xfrm>
                  <a:off x="7832150" y="-41164"/>
                  <a:ext cx="815700" cy="706500"/>
                  <a:chOff x="8022925" y="186250"/>
                  <a:chExt cx="815700" cy="706500"/>
                </a:xfrm>
              </p:grpSpPr>
              <p:sp>
                <p:nvSpPr>
                  <p:cNvPr id="1202" name="Google Shape;1202;p77"/>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03" name="Google Shape;1203;p77"/>
                  <p:cNvSpPr/>
                  <p:nvPr/>
                </p:nvSpPr>
                <p:spPr>
                  <a:xfrm>
                    <a:off x="8104477" y="256921"/>
                    <a:ext cx="652800" cy="5652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04" name="Google Shape;1204;p77"/>
                  <p:cNvSpPr/>
                  <p:nvPr/>
                </p:nvSpPr>
                <p:spPr>
                  <a:xfrm>
                    <a:off x="8240438" y="374705"/>
                    <a:ext cx="380700" cy="3297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205" name="Google Shape;1205;p77"/>
                <p:cNvGrpSpPr/>
                <p:nvPr/>
              </p:nvGrpSpPr>
              <p:grpSpPr>
                <a:xfrm>
                  <a:off x="7116830" y="85652"/>
                  <a:ext cx="522864" cy="452867"/>
                  <a:chOff x="8022925" y="186250"/>
                  <a:chExt cx="815700" cy="706500"/>
                </a:xfrm>
              </p:grpSpPr>
              <p:sp>
                <p:nvSpPr>
                  <p:cNvPr id="1206" name="Google Shape;1206;p77"/>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07" name="Google Shape;1207;p77"/>
                  <p:cNvSpPr/>
                  <p:nvPr/>
                </p:nvSpPr>
                <p:spPr>
                  <a:xfrm>
                    <a:off x="8159419" y="304478"/>
                    <a:ext cx="543000" cy="4701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08" name="Google Shape;1208;p77"/>
                  <p:cNvSpPr/>
                  <p:nvPr/>
                </p:nvSpPr>
                <p:spPr>
                  <a:xfrm>
                    <a:off x="8240438" y="374705"/>
                    <a:ext cx="380700" cy="329700"/>
                  </a:xfrm>
                  <a:prstGeom prst="hexagon">
                    <a:avLst>
                      <a:gd fmla="val 25000" name="adj"/>
                      <a:gd fmla="val 115470" name="vf"/>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209" name="Google Shape;1209;p77"/>
                <p:cNvCxnSpPr>
                  <a:stCxn id="1206" idx="0"/>
                  <a:endCxn id="1202" idx="3"/>
                </p:cNvCxnSpPr>
                <p:nvPr/>
              </p:nvCxnSpPr>
              <p:spPr>
                <a:xfrm>
                  <a:off x="7639694" y="312086"/>
                  <a:ext cx="192600" cy="0"/>
                </a:xfrm>
                <a:prstGeom prst="straightConnector1">
                  <a:avLst/>
                </a:prstGeom>
                <a:noFill/>
                <a:ln cap="flat" cmpd="sng" w="9525">
                  <a:solidFill>
                    <a:schemeClr val="dk2"/>
                  </a:solidFill>
                  <a:prstDash val="solid"/>
                  <a:round/>
                  <a:headEnd len="sm" w="sm" type="none"/>
                  <a:tailEnd len="sm" w="sm" type="none"/>
                </a:ln>
              </p:spPr>
            </p:cxnSp>
            <p:grpSp>
              <p:nvGrpSpPr>
                <p:cNvPr id="1210" name="Google Shape;1210;p77"/>
                <p:cNvGrpSpPr/>
                <p:nvPr/>
              </p:nvGrpSpPr>
              <p:grpSpPr>
                <a:xfrm>
                  <a:off x="6041340" y="252293"/>
                  <a:ext cx="549374" cy="475828"/>
                  <a:chOff x="8022925" y="186250"/>
                  <a:chExt cx="815700" cy="706500"/>
                </a:xfrm>
              </p:grpSpPr>
              <p:sp>
                <p:nvSpPr>
                  <p:cNvPr id="1211" name="Google Shape;1211;p77"/>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12" name="Google Shape;1212;p77"/>
                  <p:cNvSpPr/>
                  <p:nvPr/>
                </p:nvSpPr>
                <p:spPr>
                  <a:xfrm>
                    <a:off x="8156075" y="301599"/>
                    <a:ext cx="549600" cy="4758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213" name="Google Shape;1213;p77"/>
                <p:cNvCxnSpPr>
                  <a:stCxn id="1206" idx="3"/>
                  <a:endCxn id="1211" idx="0"/>
                </p:cNvCxnSpPr>
                <p:nvPr/>
              </p:nvCxnSpPr>
              <p:spPr>
                <a:xfrm flipH="1">
                  <a:off x="6590630" y="312086"/>
                  <a:ext cx="526200" cy="178200"/>
                </a:xfrm>
                <a:prstGeom prst="straightConnector1">
                  <a:avLst/>
                </a:prstGeom>
                <a:noFill/>
                <a:ln cap="flat" cmpd="sng" w="9525">
                  <a:solidFill>
                    <a:schemeClr val="dk2"/>
                  </a:solidFill>
                  <a:prstDash val="solid"/>
                  <a:round/>
                  <a:headEnd len="sm" w="sm" type="none"/>
                  <a:tailEnd len="sm" w="sm" type="none"/>
                </a:ln>
              </p:spPr>
            </p:cxnSp>
            <p:cxnSp>
              <p:nvCxnSpPr>
                <p:cNvPr id="1214" name="Google Shape;1214;p77"/>
                <p:cNvCxnSpPr>
                  <a:stCxn id="1211" idx="3"/>
                  <a:endCxn id="1215" idx="0"/>
                </p:cNvCxnSpPr>
                <p:nvPr/>
              </p:nvCxnSpPr>
              <p:spPr>
                <a:xfrm rot="10800000">
                  <a:off x="4272840" y="490207"/>
                  <a:ext cx="1768500" cy="0"/>
                </a:xfrm>
                <a:prstGeom prst="straightConnector1">
                  <a:avLst/>
                </a:prstGeom>
                <a:noFill/>
                <a:ln cap="flat" cmpd="sng" w="9525">
                  <a:solidFill>
                    <a:schemeClr val="dk2"/>
                  </a:solidFill>
                  <a:prstDash val="solid"/>
                  <a:round/>
                  <a:headEnd len="sm" w="sm" type="none"/>
                  <a:tailEnd len="sm" w="sm" type="none"/>
                </a:ln>
              </p:spPr>
            </p:cxnSp>
            <p:sp>
              <p:nvSpPr>
                <p:cNvPr id="1215" name="Google Shape;1215;p77"/>
                <p:cNvSpPr/>
                <p:nvPr/>
              </p:nvSpPr>
              <p:spPr>
                <a:xfrm>
                  <a:off x="4035851" y="387446"/>
                  <a:ext cx="237000" cy="205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216" name="Google Shape;1216;p77"/>
                <p:cNvGrpSpPr/>
                <p:nvPr/>
              </p:nvGrpSpPr>
              <p:grpSpPr>
                <a:xfrm>
                  <a:off x="8471225" y="665336"/>
                  <a:ext cx="436661" cy="1124930"/>
                  <a:chOff x="8471225" y="665336"/>
                  <a:chExt cx="436661" cy="1124930"/>
                </a:xfrm>
              </p:grpSpPr>
              <p:cxnSp>
                <p:nvCxnSpPr>
                  <p:cNvPr id="1217" name="Google Shape;1217;p77"/>
                  <p:cNvCxnSpPr>
                    <a:stCxn id="1202" idx="1"/>
                  </p:cNvCxnSpPr>
                  <p:nvPr/>
                </p:nvCxnSpPr>
                <p:spPr>
                  <a:xfrm>
                    <a:off x="8471225" y="665336"/>
                    <a:ext cx="436500" cy="384000"/>
                  </a:xfrm>
                  <a:prstGeom prst="straightConnector1">
                    <a:avLst/>
                  </a:prstGeom>
                  <a:noFill/>
                  <a:ln cap="flat" cmpd="sng" w="9525">
                    <a:solidFill>
                      <a:schemeClr val="dk2"/>
                    </a:solidFill>
                    <a:prstDash val="solid"/>
                    <a:round/>
                    <a:headEnd len="sm" w="sm" type="none"/>
                    <a:tailEnd len="sm" w="sm" type="none"/>
                  </a:ln>
                </p:spPr>
              </p:cxnSp>
              <p:cxnSp>
                <p:nvCxnSpPr>
                  <p:cNvPr id="1218" name="Google Shape;1218;p77"/>
                  <p:cNvCxnSpPr>
                    <a:endCxn id="1219" idx="3"/>
                  </p:cNvCxnSpPr>
                  <p:nvPr/>
                </p:nvCxnSpPr>
                <p:spPr>
                  <a:xfrm flipH="1">
                    <a:off x="8906986" y="1072366"/>
                    <a:ext cx="900" cy="717900"/>
                  </a:xfrm>
                  <a:prstGeom prst="straightConnector1">
                    <a:avLst/>
                  </a:prstGeom>
                  <a:noFill/>
                  <a:ln cap="flat" cmpd="sng" w="9525">
                    <a:solidFill>
                      <a:schemeClr val="dk2"/>
                    </a:solidFill>
                    <a:prstDash val="solid"/>
                    <a:round/>
                    <a:headEnd len="sm" w="sm" type="none"/>
                    <a:tailEnd len="sm" w="sm" type="none"/>
                  </a:ln>
                </p:spPr>
              </p:cxnSp>
            </p:grpSp>
            <p:sp>
              <p:nvSpPr>
                <p:cNvPr id="1220" name="Google Shape;1220;p77"/>
                <p:cNvSpPr/>
                <p:nvPr/>
              </p:nvSpPr>
              <p:spPr>
                <a:xfrm>
                  <a:off x="8850450" y="990550"/>
                  <a:ext cx="114600" cy="114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219" name="Google Shape;1219;p77"/>
              <p:cNvSpPr/>
              <p:nvPr/>
            </p:nvSpPr>
            <p:spPr>
              <a:xfrm rot="5400000">
                <a:off x="8861711" y="1534791"/>
                <a:ext cx="237300" cy="2052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221" name="Google Shape;1221;p77"/>
            <p:cNvGrpSpPr/>
            <p:nvPr/>
          </p:nvGrpSpPr>
          <p:grpSpPr>
            <a:xfrm flipH="1" rot="10800000">
              <a:off x="-278087" y="-340114"/>
              <a:ext cx="1835863" cy="1646533"/>
              <a:chOff x="8352175" y="-274150"/>
              <a:chExt cx="1835863" cy="1646533"/>
            </a:xfrm>
          </p:grpSpPr>
          <p:grpSp>
            <p:nvGrpSpPr>
              <p:cNvPr id="1222" name="Google Shape;1222;p77"/>
              <p:cNvGrpSpPr/>
              <p:nvPr/>
            </p:nvGrpSpPr>
            <p:grpSpPr>
              <a:xfrm>
                <a:off x="9314994" y="616216"/>
                <a:ext cx="873044" cy="756167"/>
                <a:chOff x="8022925" y="186250"/>
                <a:chExt cx="815700" cy="706500"/>
              </a:xfrm>
            </p:grpSpPr>
            <p:sp>
              <p:nvSpPr>
                <p:cNvPr id="1223" name="Google Shape;1223;p77"/>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24" name="Google Shape;1224;p77"/>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25" name="Google Shape;1225;p77"/>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226" name="Google Shape;1226;p77"/>
              <p:cNvSpPr/>
              <p:nvPr/>
            </p:nvSpPr>
            <p:spPr>
              <a:xfrm>
                <a:off x="8383126" y="-206726"/>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27" name="Google Shape;1227;p77"/>
              <p:cNvSpPr/>
              <p:nvPr/>
            </p:nvSpPr>
            <p:spPr>
              <a:xfrm>
                <a:off x="9118688" y="5905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228" name="Google Shape;1228;p77"/>
              <p:cNvGrpSpPr/>
              <p:nvPr/>
            </p:nvGrpSpPr>
            <p:grpSpPr>
              <a:xfrm>
                <a:off x="8408775" y="-274150"/>
                <a:ext cx="906219" cy="1300800"/>
                <a:chOff x="6860600" y="1707050"/>
                <a:chExt cx="906219" cy="1300800"/>
              </a:xfrm>
            </p:grpSpPr>
            <p:grpSp>
              <p:nvGrpSpPr>
                <p:cNvPr id="1229" name="Google Shape;1229;p77"/>
                <p:cNvGrpSpPr/>
                <p:nvPr/>
              </p:nvGrpSpPr>
              <p:grpSpPr>
                <a:xfrm>
                  <a:off x="6860600" y="2285500"/>
                  <a:ext cx="906219" cy="722350"/>
                  <a:chOff x="6860600" y="2285500"/>
                  <a:chExt cx="906219" cy="722350"/>
                </a:xfrm>
              </p:grpSpPr>
              <p:cxnSp>
                <p:nvCxnSpPr>
                  <p:cNvPr id="1230" name="Google Shape;1230;p77"/>
                  <p:cNvCxnSpPr>
                    <a:stCxn id="1223"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1231" name="Google Shape;1231;p77"/>
                  <p:cNvGrpSpPr/>
                  <p:nvPr/>
                </p:nvGrpSpPr>
                <p:grpSpPr>
                  <a:xfrm>
                    <a:off x="6860600" y="2285500"/>
                    <a:ext cx="755625" cy="690000"/>
                    <a:chOff x="6860600" y="2285500"/>
                    <a:chExt cx="755625" cy="690000"/>
                  </a:xfrm>
                </p:grpSpPr>
                <p:cxnSp>
                  <p:nvCxnSpPr>
                    <p:cNvPr id="1232" name="Google Shape;1232;p77"/>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1233" name="Google Shape;1233;p77"/>
                    <p:cNvCxnSpPr/>
                    <p:nvPr/>
                  </p:nvCxnSpPr>
                  <p:spPr>
                    <a:xfrm rot="10800000">
                      <a:off x="6860600" y="2289200"/>
                      <a:ext cx="405900" cy="0"/>
                    </a:xfrm>
                    <a:prstGeom prst="straightConnector1">
                      <a:avLst/>
                    </a:prstGeom>
                    <a:noFill/>
                    <a:ln cap="flat" cmpd="sng" w="9525">
                      <a:solidFill>
                        <a:schemeClr val="dk2"/>
                      </a:solidFill>
                      <a:prstDash val="solid"/>
                      <a:round/>
                      <a:headEnd len="sm" w="sm" type="none"/>
                      <a:tailEnd len="sm" w="sm" type="none"/>
                    </a:ln>
                  </p:spPr>
                </p:cxnSp>
              </p:grpSp>
              <p:sp>
                <p:nvSpPr>
                  <p:cNvPr id="1234" name="Google Shape;1234;p77"/>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235" name="Google Shape;1235;p77"/>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1236" name="Google Shape;1236;p77"/>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237" name="Google Shape;1237;p77"/>
              <p:cNvSpPr/>
              <p:nvPr/>
            </p:nvSpPr>
            <p:spPr>
              <a:xfrm>
                <a:off x="8352175" y="2686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38" name="Google Shape;1238;p77"/>
              <p:cNvSpPr/>
              <p:nvPr/>
            </p:nvSpPr>
            <p:spPr>
              <a:xfrm>
                <a:off x="8504977" y="4267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239" name="Shape 1239"/>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1240" name="Shape 1240"/>
        <p:cNvGrpSpPr/>
        <p:nvPr/>
      </p:nvGrpSpPr>
      <p:grpSpPr>
        <a:xfrm>
          <a:off x="0" y="0"/>
          <a:ext cx="0" cy="0"/>
          <a:chOff x="0" y="0"/>
          <a:chExt cx="0" cy="0"/>
        </a:xfrm>
      </p:grpSpPr>
      <p:grpSp>
        <p:nvGrpSpPr>
          <p:cNvPr id="1241" name="Google Shape;1241;p79"/>
          <p:cNvGrpSpPr/>
          <p:nvPr/>
        </p:nvGrpSpPr>
        <p:grpSpPr>
          <a:xfrm rot="10800000">
            <a:off x="142652" y="2391879"/>
            <a:ext cx="1180258" cy="1390907"/>
            <a:chOff x="4046769" y="1482116"/>
            <a:chExt cx="1180258" cy="1390907"/>
          </a:xfrm>
        </p:grpSpPr>
        <p:grpSp>
          <p:nvGrpSpPr>
            <p:cNvPr id="1242" name="Google Shape;1242;p79"/>
            <p:cNvGrpSpPr/>
            <p:nvPr/>
          </p:nvGrpSpPr>
          <p:grpSpPr>
            <a:xfrm>
              <a:off x="4046769" y="1482116"/>
              <a:ext cx="1180258" cy="756167"/>
              <a:chOff x="4046769" y="1482116"/>
              <a:chExt cx="1180258" cy="756167"/>
            </a:xfrm>
          </p:grpSpPr>
          <p:grpSp>
            <p:nvGrpSpPr>
              <p:cNvPr id="1243" name="Google Shape;1243;p79"/>
              <p:cNvGrpSpPr/>
              <p:nvPr/>
            </p:nvGrpSpPr>
            <p:grpSpPr>
              <a:xfrm>
                <a:off x="4046769" y="1482116"/>
                <a:ext cx="873044" cy="756167"/>
                <a:chOff x="8022925" y="186250"/>
                <a:chExt cx="815700" cy="706500"/>
              </a:xfrm>
            </p:grpSpPr>
            <p:sp>
              <p:nvSpPr>
                <p:cNvPr id="1244" name="Google Shape;1244;p79"/>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45" name="Google Shape;1245;p79"/>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46" name="Google Shape;1246;p79"/>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247" name="Google Shape;1247;p79"/>
              <p:cNvSpPr/>
              <p:nvPr/>
            </p:nvSpPr>
            <p:spPr>
              <a:xfrm>
                <a:off x="4919827" y="195357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48" name="Google Shape;1248;p79"/>
              <p:cNvSpPr/>
              <p:nvPr/>
            </p:nvSpPr>
            <p:spPr>
              <a:xfrm>
                <a:off x="5012263" y="17613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249" name="Google Shape;1249;p79"/>
            <p:cNvCxnSpPr>
              <a:stCxn id="1244" idx="1"/>
              <a:endCxn id="1250" idx="0"/>
            </p:cNvCxnSpPr>
            <p:nvPr/>
          </p:nvCxnSpPr>
          <p:spPr>
            <a:xfrm>
              <a:off x="4730771" y="2238283"/>
              <a:ext cx="172800" cy="135000"/>
            </a:xfrm>
            <a:prstGeom prst="straightConnector1">
              <a:avLst/>
            </a:prstGeom>
            <a:noFill/>
            <a:ln cap="flat" cmpd="sng" w="9525">
              <a:solidFill>
                <a:schemeClr val="dk2"/>
              </a:solidFill>
              <a:prstDash val="solid"/>
              <a:round/>
              <a:headEnd len="sm" w="sm" type="none"/>
              <a:tailEnd len="sm" w="sm" type="none"/>
            </a:ln>
          </p:spPr>
        </p:cxnSp>
        <p:sp>
          <p:nvSpPr>
            <p:cNvPr id="1250" name="Google Shape;1250;p79"/>
            <p:cNvSpPr/>
            <p:nvPr/>
          </p:nvSpPr>
          <p:spPr>
            <a:xfrm rot="-5400000">
              <a:off x="4653574" y="2406673"/>
              <a:ext cx="499800" cy="4329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51" name="Google Shape;1251;p79"/>
            <p:cNvSpPr/>
            <p:nvPr/>
          </p:nvSpPr>
          <p:spPr>
            <a:xfrm rot="-5400000">
              <a:off x="4704500" y="2450622"/>
              <a:ext cx="398100" cy="345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252" name="Google Shape;1252;p79"/>
          <p:cNvGrpSpPr/>
          <p:nvPr/>
        </p:nvGrpSpPr>
        <p:grpSpPr>
          <a:xfrm>
            <a:off x="316435" y="-1052575"/>
            <a:ext cx="8677029" cy="6098323"/>
            <a:chOff x="316435" y="-1052575"/>
            <a:chExt cx="8677029" cy="6098323"/>
          </a:xfrm>
        </p:grpSpPr>
        <p:grpSp>
          <p:nvGrpSpPr>
            <p:cNvPr id="1253" name="Google Shape;1253;p79"/>
            <p:cNvGrpSpPr/>
            <p:nvPr/>
          </p:nvGrpSpPr>
          <p:grpSpPr>
            <a:xfrm rot="10800000">
              <a:off x="5237733" y="-1052575"/>
              <a:ext cx="3417804" cy="2444748"/>
              <a:chOff x="5222059" y="1707050"/>
              <a:chExt cx="3417804" cy="2444748"/>
            </a:xfrm>
          </p:grpSpPr>
          <p:grpSp>
            <p:nvGrpSpPr>
              <p:cNvPr id="1254" name="Google Shape;1254;p79"/>
              <p:cNvGrpSpPr/>
              <p:nvPr/>
            </p:nvGrpSpPr>
            <p:grpSpPr>
              <a:xfrm>
                <a:off x="6230684" y="2436004"/>
                <a:ext cx="1245819" cy="1079037"/>
                <a:chOff x="8022925" y="186250"/>
                <a:chExt cx="815700" cy="706500"/>
              </a:xfrm>
            </p:grpSpPr>
            <p:sp>
              <p:nvSpPr>
                <p:cNvPr id="1255" name="Google Shape;1255;p79"/>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56" name="Google Shape;1256;p79"/>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57" name="Google Shape;1257;p79"/>
                <p:cNvSpPr/>
                <p:nvPr/>
              </p:nvSpPr>
              <p:spPr>
                <a:xfrm>
                  <a:off x="8240438" y="374705"/>
                  <a:ext cx="380700" cy="3297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258" name="Google Shape;1258;p79"/>
              <p:cNvGrpSpPr/>
              <p:nvPr/>
            </p:nvGrpSpPr>
            <p:grpSpPr>
              <a:xfrm>
                <a:off x="5222059" y="3089020"/>
                <a:ext cx="1008613" cy="873587"/>
                <a:chOff x="8022925" y="186250"/>
                <a:chExt cx="815700" cy="706500"/>
              </a:xfrm>
            </p:grpSpPr>
            <p:sp>
              <p:nvSpPr>
                <p:cNvPr id="1259" name="Google Shape;1259;p79"/>
                <p:cNvSpPr/>
                <p:nvPr/>
              </p:nvSpPr>
              <p:spPr>
                <a:xfrm>
                  <a:off x="8022925" y="186250"/>
                  <a:ext cx="815700" cy="706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60" name="Google Shape;1260;p79"/>
                <p:cNvSpPr/>
                <p:nvPr/>
              </p:nvSpPr>
              <p:spPr>
                <a:xfrm>
                  <a:off x="8066182" y="223764"/>
                  <a:ext cx="729300" cy="631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261" name="Google Shape;1261;p79"/>
              <p:cNvGrpSpPr/>
              <p:nvPr/>
            </p:nvGrpSpPr>
            <p:grpSpPr>
              <a:xfrm>
                <a:off x="6286990" y="3642694"/>
                <a:ext cx="587793" cy="509104"/>
                <a:chOff x="8022925" y="186250"/>
                <a:chExt cx="815700" cy="706500"/>
              </a:xfrm>
            </p:grpSpPr>
            <p:sp>
              <p:nvSpPr>
                <p:cNvPr id="1262" name="Google Shape;1262;p79"/>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63" name="Google Shape;1263;p79"/>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264" name="Google Shape;1264;p79"/>
              <p:cNvSpPr/>
              <p:nvPr/>
            </p:nvSpPr>
            <p:spPr>
              <a:xfrm>
                <a:off x="6178600" y="29244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265" name="Google Shape;1265;p79"/>
              <p:cNvGrpSpPr/>
              <p:nvPr/>
            </p:nvGrpSpPr>
            <p:grpSpPr>
              <a:xfrm>
                <a:off x="7766819" y="2597416"/>
                <a:ext cx="873044" cy="756167"/>
                <a:chOff x="8022925" y="186250"/>
                <a:chExt cx="815700" cy="706500"/>
              </a:xfrm>
            </p:grpSpPr>
            <p:sp>
              <p:nvSpPr>
                <p:cNvPr id="1266" name="Google Shape;1266;p79"/>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67" name="Google Shape;1267;p79"/>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68" name="Google Shape;1268;p79"/>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269" name="Google Shape;1269;p79"/>
              <p:cNvSpPr/>
              <p:nvPr/>
            </p:nvSpPr>
            <p:spPr>
              <a:xfrm>
                <a:off x="7394176" y="3089024"/>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70" name="Google Shape;1270;p79"/>
              <p:cNvSpPr/>
              <p:nvPr/>
            </p:nvSpPr>
            <p:spPr>
              <a:xfrm>
                <a:off x="7570513" y="25717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71" name="Google Shape;1271;p79"/>
              <p:cNvSpPr/>
              <p:nvPr/>
            </p:nvSpPr>
            <p:spPr>
              <a:xfrm>
                <a:off x="7044827" y="364270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272" name="Google Shape;1272;p79"/>
              <p:cNvGrpSpPr/>
              <p:nvPr/>
            </p:nvGrpSpPr>
            <p:grpSpPr>
              <a:xfrm>
                <a:off x="6012275" y="1707050"/>
                <a:ext cx="1754544" cy="1381970"/>
                <a:chOff x="6012275" y="1707050"/>
                <a:chExt cx="1754544" cy="1381970"/>
              </a:xfrm>
            </p:grpSpPr>
            <p:grpSp>
              <p:nvGrpSpPr>
                <p:cNvPr id="1273" name="Google Shape;1273;p79"/>
                <p:cNvGrpSpPr/>
                <p:nvPr/>
              </p:nvGrpSpPr>
              <p:grpSpPr>
                <a:xfrm>
                  <a:off x="6012275" y="2285500"/>
                  <a:ext cx="1754544" cy="803520"/>
                  <a:chOff x="6012275" y="2285500"/>
                  <a:chExt cx="1754544" cy="803520"/>
                </a:xfrm>
              </p:grpSpPr>
              <p:cxnSp>
                <p:nvCxnSpPr>
                  <p:cNvPr id="1274" name="Google Shape;1274;p79"/>
                  <p:cNvCxnSpPr>
                    <a:stCxn id="1266"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1275" name="Google Shape;1275;p79"/>
                  <p:cNvGrpSpPr/>
                  <p:nvPr/>
                </p:nvGrpSpPr>
                <p:grpSpPr>
                  <a:xfrm>
                    <a:off x="6012275" y="2285500"/>
                    <a:ext cx="1603950" cy="803520"/>
                    <a:chOff x="6012275" y="2285500"/>
                    <a:chExt cx="1603950" cy="803520"/>
                  </a:xfrm>
                </p:grpSpPr>
                <p:cxnSp>
                  <p:nvCxnSpPr>
                    <p:cNvPr id="1276" name="Google Shape;1276;p79"/>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1277" name="Google Shape;1277;p79"/>
                    <p:cNvCxnSpPr/>
                    <p:nvPr/>
                  </p:nvCxnSpPr>
                  <p:spPr>
                    <a:xfrm rot="10800000">
                      <a:off x="6405500" y="2289200"/>
                      <a:ext cx="861000" cy="0"/>
                    </a:xfrm>
                    <a:prstGeom prst="straightConnector1">
                      <a:avLst/>
                    </a:prstGeom>
                    <a:noFill/>
                    <a:ln cap="flat" cmpd="sng" w="9525">
                      <a:solidFill>
                        <a:schemeClr val="dk2"/>
                      </a:solidFill>
                      <a:prstDash val="solid"/>
                      <a:round/>
                      <a:headEnd len="sm" w="sm" type="none"/>
                      <a:tailEnd len="sm" w="sm" type="none"/>
                    </a:ln>
                  </p:spPr>
                </p:cxnSp>
                <p:cxnSp>
                  <p:nvCxnSpPr>
                    <p:cNvPr id="1278" name="Google Shape;1278;p79"/>
                    <p:cNvCxnSpPr>
                      <a:stCxn id="1259" idx="5"/>
                    </p:cNvCxnSpPr>
                    <p:nvPr/>
                  </p:nvCxnSpPr>
                  <p:spPr>
                    <a:xfrm flipH="1" rot="10800000">
                      <a:off x="6012275" y="2285620"/>
                      <a:ext cx="395400" cy="803400"/>
                    </a:xfrm>
                    <a:prstGeom prst="straightConnector1">
                      <a:avLst/>
                    </a:prstGeom>
                    <a:noFill/>
                    <a:ln cap="flat" cmpd="sng" w="9525">
                      <a:solidFill>
                        <a:schemeClr val="dk2"/>
                      </a:solidFill>
                      <a:prstDash val="solid"/>
                      <a:round/>
                      <a:headEnd len="sm" w="sm" type="none"/>
                      <a:tailEnd len="sm" w="sm" type="none"/>
                    </a:ln>
                  </p:spPr>
                </p:cxnSp>
              </p:grpSp>
              <p:sp>
                <p:nvSpPr>
                  <p:cNvPr id="1279" name="Google Shape;1279;p79"/>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280" name="Google Shape;1280;p79"/>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1281" name="Google Shape;1281;p79"/>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282" name="Google Shape;1282;p79"/>
              <p:cNvSpPr/>
              <p:nvPr/>
            </p:nvSpPr>
            <p:spPr>
              <a:xfrm>
                <a:off x="5975025" y="3049300"/>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283" name="Google Shape;1283;p79"/>
            <p:cNvGrpSpPr/>
            <p:nvPr/>
          </p:nvGrpSpPr>
          <p:grpSpPr>
            <a:xfrm rot="10800000">
              <a:off x="316435" y="3465111"/>
              <a:ext cx="1271592" cy="1580637"/>
              <a:chOff x="426827" y="-723871"/>
              <a:chExt cx="1271592" cy="1580637"/>
            </a:xfrm>
          </p:grpSpPr>
          <p:grpSp>
            <p:nvGrpSpPr>
              <p:cNvPr id="1284" name="Google Shape;1284;p79"/>
              <p:cNvGrpSpPr/>
              <p:nvPr/>
            </p:nvGrpSpPr>
            <p:grpSpPr>
              <a:xfrm>
                <a:off x="436759" y="-723871"/>
                <a:ext cx="1245819" cy="1079037"/>
                <a:chOff x="8022925" y="186250"/>
                <a:chExt cx="815700" cy="706500"/>
              </a:xfrm>
            </p:grpSpPr>
            <p:sp>
              <p:nvSpPr>
                <p:cNvPr id="1285" name="Google Shape;1285;p79"/>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86" name="Google Shape;1286;p79"/>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87" name="Google Shape;1287;p79"/>
                <p:cNvSpPr/>
                <p:nvPr/>
              </p:nvSpPr>
              <p:spPr>
                <a:xfrm>
                  <a:off x="8355664" y="474499"/>
                  <a:ext cx="150300" cy="1302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288" name="Google Shape;1288;p79"/>
              <p:cNvCxnSpPr>
                <a:stCxn id="1285" idx="1"/>
              </p:cNvCxnSpPr>
              <p:nvPr/>
            </p:nvCxnSpPr>
            <p:spPr>
              <a:xfrm>
                <a:off x="1412819" y="355166"/>
                <a:ext cx="285600" cy="501600"/>
              </a:xfrm>
              <a:prstGeom prst="straightConnector1">
                <a:avLst/>
              </a:prstGeom>
              <a:noFill/>
              <a:ln cap="flat" cmpd="sng" w="9525">
                <a:solidFill>
                  <a:schemeClr val="dk2"/>
                </a:solidFill>
                <a:prstDash val="solid"/>
                <a:round/>
                <a:headEnd len="sm" w="sm" type="none"/>
                <a:tailEnd len="sm" w="sm" type="none"/>
              </a:ln>
            </p:spPr>
          </p:cxnSp>
          <p:sp>
            <p:nvSpPr>
              <p:cNvPr id="1289" name="Google Shape;1289;p79"/>
              <p:cNvSpPr/>
              <p:nvPr/>
            </p:nvSpPr>
            <p:spPr>
              <a:xfrm>
                <a:off x="426827" y="47292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290" name="Google Shape;1290;p79"/>
            <p:cNvGrpSpPr/>
            <p:nvPr/>
          </p:nvGrpSpPr>
          <p:grpSpPr>
            <a:xfrm>
              <a:off x="7478488" y="3918741"/>
              <a:ext cx="1514976" cy="1058593"/>
              <a:chOff x="6487988" y="-321084"/>
              <a:chExt cx="1514976" cy="1058593"/>
            </a:xfrm>
          </p:grpSpPr>
          <p:grpSp>
            <p:nvGrpSpPr>
              <p:cNvPr id="1291" name="Google Shape;1291;p79"/>
              <p:cNvGrpSpPr/>
              <p:nvPr/>
            </p:nvGrpSpPr>
            <p:grpSpPr>
              <a:xfrm>
                <a:off x="6809206" y="-321084"/>
                <a:ext cx="873044" cy="756167"/>
                <a:chOff x="8022925" y="186250"/>
                <a:chExt cx="815700" cy="706500"/>
              </a:xfrm>
            </p:grpSpPr>
            <p:sp>
              <p:nvSpPr>
                <p:cNvPr id="1292" name="Google Shape;1292;p79"/>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93" name="Google Shape;1293;p79"/>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94" name="Google Shape;1294;p79"/>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295" name="Google Shape;1295;p79"/>
              <p:cNvGrpSpPr/>
              <p:nvPr/>
            </p:nvGrpSpPr>
            <p:grpSpPr>
              <a:xfrm flipH="1" rot="10800000">
                <a:off x="6487988" y="89717"/>
                <a:ext cx="1514976" cy="647792"/>
                <a:chOff x="7297201" y="45061"/>
                <a:chExt cx="1514976" cy="647792"/>
              </a:xfrm>
            </p:grpSpPr>
            <p:sp>
              <p:nvSpPr>
                <p:cNvPr id="1296" name="Google Shape;1296;p79"/>
                <p:cNvSpPr/>
                <p:nvPr/>
              </p:nvSpPr>
              <p:spPr>
                <a:xfrm>
                  <a:off x="7297201" y="45061"/>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97" name="Google Shape;1297;p79"/>
                <p:cNvSpPr/>
                <p:nvPr/>
              </p:nvSpPr>
              <p:spPr>
                <a:xfrm>
                  <a:off x="8047438" y="1919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98" name="Google Shape;1298;p79"/>
                <p:cNvSpPr/>
                <p:nvPr/>
              </p:nvSpPr>
              <p:spPr>
                <a:xfrm>
                  <a:off x="8504977" y="4267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1299" name="Shape 1299"/>
        <p:cNvGrpSpPr/>
        <p:nvPr/>
      </p:nvGrpSpPr>
      <p:grpSpPr>
        <a:xfrm>
          <a:off x="0" y="0"/>
          <a:ext cx="0" cy="0"/>
          <a:chOff x="0" y="0"/>
          <a:chExt cx="0" cy="0"/>
        </a:xfrm>
      </p:grpSpPr>
      <p:grpSp>
        <p:nvGrpSpPr>
          <p:cNvPr id="1300" name="Google Shape;1300;p80"/>
          <p:cNvGrpSpPr/>
          <p:nvPr/>
        </p:nvGrpSpPr>
        <p:grpSpPr>
          <a:xfrm>
            <a:off x="-743048" y="-759400"/>
            <a:ext cx="10096486" cy="6881698"/>
            <a:chOff x="-743048" y="-759400"/>
            <a:chExt cx="10096486" cy="6881698"/>
          </a:xfrm>
        </p:grpSpPr>
        <p:grpSp>
          <p:nvGrpSpPr>
            <p:cNvPr id="1301" name="Google Shape;1301;p80"/>
            <p:cNvGrpSpPr/>
            <p:nvPr/>
          </p:nvGrpSpPr>
          <p:grpSpPr>
            <a:xfrm>
              <a:off x="1002234" y="3677550"/>
              <a:ext cx="3417804" cy="2444748"/>
              <a:chOff x="5222059" y="1707050"/>
              <a:chExt cx="3417804" cy="2444748"/>
            </a:xfrm>
          </p:grpSpPr>
          <p:grpSp>
            <p:nvGrpSpPr>
              <p:cNvPr id="1302" name="Google Shape;1302;p80"/>
              <p:cNvGrpSpPr/>
              <p:nvPr/>
            </p:nvGrpSpPr>
            <p:grpSpPr>
              <a:xfrm>
                <a:off x="6230684" y="2436004"/>
                <a:ext cx="1245819" cy="1079037"/>
                <a:chOff x="8022925" y="186250"/>
                <a:chExt cx="815700" cy="706500"/>
              </a:xfrm>
            </p:grpSpPr>
            <p:sp>
              <p:nvSpPr>
                <p:cNvPr id="1303" name="Google Shape;1303;p8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04" name="Google Shape;1304;p80"/>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05" name="Google Shape;1305;p80"/>
                <p:cNvSpPr/>
                <p:nvPr/>
              </p:nvSpPr>
              <p:spPr>
                <a:xfrm>
                  <a:off x="8240438" y="374705"/>
                  <a:ext cx="380700" cy="3297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306" name="Google Shape;1306;p80"/>
              <p:cNvGrpSpPr/>
              <p:nvPr/>
            </p:nvGrpSpPr>
            <p:grpSpPr>
              <a:xfrm>
                <a:off x="5222059" y="3089020"/>
                <a:ext cx="1008613" cy="873587"/>
                <a:chOff x="8022925" y="186250"/>
                <a:chExt cx="815700" cy="706500"/>
              </a:xfrm>
            </p:grpSpPr>
            <p:sp>
              <p:nvSpPr>
                <p:cNvPr id="1307" name="Google Shape;1307;p80"/>
                <p:cNvSpPr/>
                <p:nvPr/>
              </p:nvSpPr>
              <p:spPr>
                <a:xfrm>
                  <a:off x="8022925" y="186250"/>
                  <a:ext cx="815700" cy="706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08" name="Google Shape;1308;p80"/>
                <p:cNvSpPr/>
                <p:nvPr/>
              </p:nvSpPr>
              <p:spPr>
                <a:xfrm>
                  <a:off x="8066182" y="223764"/>
                  <a:ext cx="729300" cy="631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309" name="Google Shape;1309;p80"/>
              <p:cNvGrpSpPr/>
              <p:nvPr/>
            </p:nvGrpSpPr>
            <p:grpSpPr>
              <a:xfrm>
                <a:off x="6286990" y="3642694"/>
                <a:ext cx="587793" cy="509104"/>
                <a:chOff x="8022925" y="186250"/>
                <a:chExt cx="815700" cy="706500"/>
              </a:xfrm>
            </p:grpSpPr>
            <p:sp>
              <p:nvSpPr>
                <p:cNvPr id="1310" name="Google Shape;1310;p8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11" name="Google Shape;1311;p80"/>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312" name="Google Shape;1312;p80"/>
              <p:cNvSpPr/>
              <p:nvPr/>
            </p:nvSpPr>
            <p:spPr>
              <a:xfrm>
                <a:off x="6178600" y="29244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313" name="Google Shape;1313;p80"/>
              <p:cNvGrpSpPr/>
              <p:nvPr/>
            </p:nvGrpSpPr>
            <p:grpSpPr>
              <a:xfrm>
                <a:off x="7766819" y="2597416"/>
                <a:ext cx="873044" cy="756167"/>
                <a:chOff x="8022925" y="186250"/>
                <a:chExt cx="815700" cy="706500"/>
              </a:xfrm>
            </p:grpSpPr>
            <p:sp>
              <p:nvSpPr>
                <p:cNvPr id="1314" name="Google Shape;1314;p80"/>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15" name="Google Shape;1315;p80"/>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16" name="Google Shape;1316;p80"/>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317" name="Google Shape;1317;p80"/>
              <p:cNvSpPr/>
              <p:nvPr/>
            </p:nvSpPr>
            <p:spPr>
              <a:xfrm>
                <a:off x="7394176" y="3089024"/>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18" name="Google Shape;1318;p80"/>
              <p:cNvSpPr/>
              <p:nvPr/>
            </p:nvSpPr>
            <p:spPr>
              <a:xfrm>
                <a:off x="7570513" y="25717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19" name="Google Shape;1319;p80"/>
              <p:cNvSpPr/>
              <p:nvPr/>
            </p:nvSpPr>
            <p:spPr>
              <a:xfrm>
                <a:off x="7044827" y="364270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320" name="Google Shape;1320;p80"/>
              <p:cNvGrpSpPr/>
              <p:nvPr/>
            </p:nvGrpSpPr>
            <p:grpSpPr>
              <a:xfrm>
                <a:off x="6012275" y="1707050"/>
                <a:ext cx="1754544" cy="1381970"/>
                <a:chOff x="6012275" y="1707050"/>
                <a:chExt cx="1754544" cy="1381970"/>
              </a:xfrm>
            </p:grpSpPr>
            <p:grpSp>
              <p:nvGrpSpPr>
                <p:cNvPr id="1321" name="Google Shape;1321;p80"/>
                <p:cNvGrpSpPr/>
                <p:nvPr/>
              </p:nvGrpSpPr>
              <p:grpSpPr>
                <a:xfrm>
                  <a:off x="6012275" y="2285500"/>
                  <a:ext cx="1754544" cy="803520"/>
                  <a:chOff x="6012275" y="2285500"/>
                  <a:chExt cx="1754544" cy="803520"/>
                </a:xfrm>
              </p:grpSpPr>
              <p:cxnSp>
                <p:nvCxnSpPr>
                  <p:cNvPr id="1322" name="Google Shape;1322;p80"/>
                  <p:cNvCxnSpPr>
                    <a:stCxn id="1314"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1323" name="Google Shape;1323;p80"/>
                  <p:cNvGrpSpPr/>
                  <p:nvPr/>
                </p:nvGrpSpPr>
                <p:grpSpPr>
                  <a:xfrm>
                    <a:off x="6012275" y="2285500"/>
                    <a:ext cx="1603950" cy="803520"/>
                    <a:chOff x="6012275" y="2285500"/>
                    <a:chExt cx="1603950" cy="803520"/>
                  </a:xfrm>
                </p:grpSpPr>
                <p:cxnSp>
                  <p:nvCxnSpPr>
                    <p:cNvPr id="1324" name="Google Shape;1324;p80"/>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1325" name="Google Shape;1325;p80"/>
                    <p:cNvCxnSpPr/>
                    <p:nvPr/>
                  </p:nvCxnSpPr>
                  <p:spPr>
                    <a:xfrm rot="10800000">
                      <a:off x="6405500" y="2289200"/>
                      <a:ext cx="861000" cy="0"/>
                    </a:xfrm>
                    <a:prstGeom prst="straightConnector1">
                      <a:avLst/>
                    </a:prstGeom>
                    <a:noFill/>
                    <a:ln cap="flat" cmpd="sng" w="9525">
                      <a:solidFill>
                        <a:schemeClr val="dk2"/>
                      </a:solidFill>
                      <a:prstDash val="solid"/>
                      <a:round/>
                      <a:headEnd len="sm" w="sm" type="none"/>
                      <a:tailEnd len="sm" w="sm" type="none"/>
                    </a:ln>
                  </p:spPr>
                </p:cxnSp>
                <p:cxnSp>
                  <p:nvCxnSpPr>
                    <p:cNvPr id="1326" name="Google Shape;1326;p80"/>
                    <p:cNvCxnSpPr>
                      <a:stCxn id="1307" idx="5"/>
                    </p:cNvCxnSpPr>
                    <p:nvPr/>
                  </p:nvCxnSpPr>
                  <p:spPr>
                    <a:xfrm flipH="1" rot="10800000">
                      <a:off x="6012275" y="2285620"/>
                      <a:ext cx="395400" cy="803400"/>
                    </a:xfrm>
                    <a:prstGeom prst="straightConnector1">
                      <a:avLst/>
                    </a:prstGeom>
                    <a:noFill/>
                    <a:ln cap="flat" cmpd="sng" w="9525">
                      <a:solidFill>
                        <a:schemeClr val="dk2"/>
                      </a:solidFill>
                      <a:prstDash val="solid"/>
                      <a:round/>
                      <a:headEnd len="sm" w="sm" type="none"/>
                      <a:tailEnd len="sm" w="sm" type="none"/>
                    </a:ln>
                  </p:spPr>
                </p:cxnSp>
              </p:grpSp>
              <p:sp>
                <p:nvSpPr>
                  <p:cNvPr id="1327" name="Google Shape;1327;p80"/>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328" name="Google Shape;1328;p80"/>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1329" name="Google Shape;1329;p80"/>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330" name="Google Shape;1330;p80"/>
              <p:cNvSpPr/>
              <p:nvPr/>
            </p:nvSpPr>
            <p:spPr>
              <a:xfrm>
                <a:off x="5975025" y="3049300"/>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331" name="Google Shape;1331;p80"/>
            <p:cNvGrpSpPr/>
            <p:nvPr/>
          </p:nvGrpSpPr>
          <p:grpSpPr>
            <a:xfrm>
              <a:off x="-743048" y="-759400"/>
              <a:ext cx="2975798" cy="2392650"/>
              <a:chOff x="4418377" y="-851325"/>
              <a:chExt cx="2975798" cy="2392650"/>
            </a:xfrm>
          </p:grpSpPr>
          <p:grpSp>
            <p:nvGrpSpPr>
              <p:cNvPr id="1332" name="Google Shape;1332;p80"/>
              <p:cNvGrpSpPr/>
              <p:nvPr/>
            </p:nvGrpSpPr>
            <p:grpSpPr>
              <a:xfrm>
                <a:off x="4428309" y="-723871"/>
                <a:ext cx="1245819" cy="1079037"/>
                <a:chOff x="8022925" y="186250"/>
                <a:chExt cx="815700" cy="706500"/>
              </a:xfrm>
            </p:grpSpPr>
            <p:sp>
              <p:nvSpPr>
                <p:cNvPr id="1333" name="Google Shape;1333;p8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34" name="Google Shape;1334;p80"/>
                <p:cNvSpPr/>
                <p:nvPr/>
              </p:nvSpPr>
              <p:spPr>
                <a:xfrm>
                  <a:off x="8066182" y="223764"/>
                  <a:ext cx="729300" cy="6315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35" name="Google Shape;1335;p80"/>
                <p:cNvSpPr/>
                <p:nvPr/>
              </p:nvSpPr>
              <p:spPr>
                <a:xfrm>
                  <a:off x="8355664" y="474499"/>
                  <a:ext cx="150300" cy="130200"/>
                </a:xfrm>
                <a:prstGeom prst="hexagon">
                  <a:avLst>
                    <a:gd fmla="val 25000" name="adj"/>
                    <a:gd fmla="val 115470" name="vf"/>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336" name="Google Shape;1336;p80"/>
              <p:cNvGrpSpPr/>
              <p:nvPr/>
            </p:nvGrpSpPr>
            <p:grpSpPr>
              <a:xfrm>
                <a:off x="6360273" y="-338456"/>
                <a:ext cx="917499" cy="794671"/>
                <a:chOff x="8022925" y="186250"/>
                <a:chExt cx="815700" cy="706500"/>
              </a:xfrm>
            </p:grpSpPr>
            <p:sp>
              <p:nvSpPr>
                <p:cNvPr id="1337" name="Google Shape;1337;p80"/>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38" name="Google Shape;1338;p80"/>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339" name="Google Shape;1339;p80"/>
              <p:cNvGrpSpPr/>
              <p:nvPr/>
            </p:nvGrpSpPr>
            <p:grpSpPr>
              <a:xfrm>
                <a:off x="5548840" y="-8756"/>
                <a:ext cx="587793" cy="509104"/>
                <a:chOff x="8022925" y="186250"/>
                <a:chExt cx="815700" cy="706500"/>
              </a:xfrm>
            </p:grpSpPr>
            <p:sp>
              <p:nvSpPr>
                <p:cNvPr id="1340" name="Google Shape;1340;p8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41" name="Google Shape;1341;p80"/>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342" name="Google Shape;1342;p80"/>
              <p:cNvGrpSpPr/>
              <p:nvPr/>
            </p:nvGrpSpPr>
            <p:grpSpPr>
              <a:xfrm>
                <a:off x="6089765" y="600244"/>
                <a:ext cx="587793" cy="509104"/>
                <a:chOff x="8022925" y="186250"/>
                <a:chExt cx="815700" cy="706500"/>
              </a:xfrm>
            </p:grpSpPr>
            <p:sp>
              <p:nvSpPr>
                <p:cNvPr id="1343" name="Google Shape;1343;p8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44" name="Google Shape;1344;p80"/>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345" name="Google Shape;1345;p80"/>
              <p:cNvSpPr/>
              <p:nvPr/>
            </p:nvSpPr>
            <p:spPr>
              <a:xfrm>
                <a:off x="6499238" y="5521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46" name="Google Shape;1346;p80"/>
              <p:cNvSpPr/>
              <p:nvPr/>
            </p:nvSpPr>
            <p:spPr>
              <a:xfrm>
                <a:off x="6053077" y="-723872"/>
                <a:ext cx="307200" cy="2661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1347" name="Google Shape;1347;p80"/>
              <p:cNvCxnSpPr>
                <a:stCxn id="1333" idx="1"/>
              </p:cNvCxnSpPr>
              <p:nvPr/>
            </p:nvCxnSpPr>
            <p:spPr>
              <a:xfrm>
                <a:off x="5404369" y="355166"/>
                <a:ext cx="285600" cy="501600"/>
              </a:xfrm>
              <a:prstGeom prst="straightConnector1">
                <a:avLst/>
              </a:prstGeom>
              <a:noFill/>
              <a:ln cap="flat" cmpd="sng" w="9525">
                <a:solidFill>
                  <a:schemeClr val="dk2"/>
                </a:solidFill>
                <a:prstDash val="solid"/>
                <a:round/>
                <a:headEnd len="sm" w="sm" type="none"/>
                <a:tailEnd len="sm" w="sm" type="none"/>
              </a:ln>
            </p:spPr>
          </p:cxnSp>
          <p:cxnSp>
            <p:nvCxnSpPr>
              <p:cNvPr id="1348" name="Google Shape;1348;p80"/>
              <p:cNvCxnSpPr>
                <a:stCxn id="1343" idx="3"/>
              </p:cNvCxnSpPr>
              <p:nvPr/>
            </p:nvCxnSpPr>
            <p:spPr>
              <a:xfrm rot="10800000">
                <a:off x="5686565" y="854796"/>
                <a:ext cx="403200" cy="0"/>
              </a:xfrm>
              <a:prstGeom prst="straightConnector1">
                <a:avLst/>
              </a:prstGeom>
              <a:noFill/>
              <a:ln cap="flat" cmpd="sng" w="9525">
                <a:solidFill>
                  <a:schemeClr val="dk2"/>
                </a:solidFill>
                <a:prstDash val="solid"/>
                <a:round/>
                <a:headEnd len="sm" w="sm" type="none"/>
                <a:tailEnd len="sm" w="sm" type="none"/>
              </a:ln>
            </p:spPr>
          </p:cxnSp>
          <p:cxnSp>
            <p:nvCxnSpPr>
              <p:cNvPr id="1349" name="Google Shape;1349;p80"/>
              <p:cNvCxnSpPr>
                <a:stCxn id="1340" idx="0"/>
              </p:cNvCxnSpPr>
              <p:nvPr/>
            </p:nvCxnSpPr>
            <p:spPr>
              <a:xfrm>
                <a:off x="6136633" y="245796"/>
                <a:ext cx="154500" cy="0"/>
              </a:xfrm>
              <a:prstGeom prst="straightConnector1">
                <a:avLst/>
              </a:prstGeom>
              <a:noFill/>
              <a:ln cap="flat" cmpd="sng" w="9525">
                <a:solidFill>
                  <a:schemeClr val="dk2"/>
                </a:solidFill>
                <a:prstDash val="solid"/>
                <a:round/>
                <a:headEnd len="sm" w="sm" type="none"/>
                <a:tailEnd len="sm" w="sm" type="none"/>
              </a:ln>
            </p:spPr>
          </p:cxnSp>
          <p:cxnSp>
            <p:nvCxnSpPr>
              <p:cNvPr id="1350" name="Google Shape;1350;p80"/>
              <p:cNvCxnSpPr>
                <a:stCxn id="1337" idx="3"/>
              </p:cNvCxnSpPr>
              <p:nvPr/>
            </p:nvCxnSpPr>
            <p:spPr>
              <a:xfrm flipH="1">
                <a:off x="6287073" y="58880"/>
                <a:ext cx="73200" cy="187500"/>
              </a:xfrm>
              <a:prstGeom prst="straightConnector1">
                <a:avLst/>
              </a:prstGeom>
              <a:noFill/>
              <a:ln cap="flat" cmpd="sng" w="9525">
                <a:solidFill>
                  <a:schemeClr val="dk2"/>
                </a:solidFill>
                <a:prstDash val="solid"/>
                <a:round/>
                <a:headEnd len="sm" w="sm" type="none"/>
                <a:tailEnd len="sm" w="sm" type="none"/>
              </a:ln>
            </p:spPr>
          </p:cxnSp>
          <p:cxnSp>
            <p:nvCxnSpPr>
              <p:cNvPr id="1351" name="Google Shape;1351;p80"/>
              <p:cNvCxnSpPr>
                <a:stCxn id="1343" idx="1"/>
              </p:cNvCxnSpPr>
              <p:nvPr/>
            </p:nvCxnSpPr>
            <p:spPr>
              <a:xfrm>
                <a:off x="6550282" y="1109348"/>
                <a:ext cx="226200" cy="391800"/>
              </a:xfrm>
              <a:prstGeom prst="straightConnector1">
                <a:avLst/>
              </a:prstGeom>
              <a:noFill/>
              <a:ln cap="flat" cmpd="sng" w="9525">
                <a:solidFill>
                  <a:schemeClr val="dk2"/>
                </a:solidFill>
                <a:prstDash val="solid"/>
                <a:round/>
                <a:headEnd len="sm" w="sm" type="none"/>
                <a:tailEnd len="sm" w="sm" type="none"/>
              </a:ln>
            </p:spPr>
          </p:cxnSp>
          <p:sp>
            <p:nvSpPr>
              <p:cNvPr id="1352" name="Google Shape;1352;p80"/>
              <p:cNvSpPr/>
              <p:nvPr/>
            </p:nvSpPr>
            <p:spPr>
              <a:xfrm>
                <a:off x="6736425" y="14627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1353" name="Google Shape;1353;p80"/>
              <p:cNvCxnSpPr>
                <a:stCxn id="1337" idx="5"/>
              </p:cNvCxnSpPr>
              <p:nvPr/>
            </p:nvCxnSpPr>
            <p:spPr>
              <a:xfrm flipH="1" rot="10800000">
                <a:off x="7079104" y="-816056"/>
                <a:ext cx="275700" cy="477600"/>
              </a:xfrm>
              <a:prstGeom prst="straightConnector1">
                <a:avLst/>
              </a:prstGeom>
              <a:noFill/>
              <a:ln cap="flat" cmpd="sng" w="9525">
                <a:solidFill>
                  <a:schemeClr val="dk2"/>
                </a:solidFill>
                <a:prstDash val="solid"/>
                <a:round/>
                <a:headEnd len="sm" w="sm" type="none"/>
                <a:tailEnd len="sm" w="sm" type="none"/>
              </a:ln>
            </p:spPr>
          </p:cxnSp>
          <p:sp>
            <p:nvSpPr>
              <p:cNvPr id="1354" name="Google Shape;1354;p80"/>
              <p:cNvSpPr/>
              <p:nvPr/>
            </p:nvSpPr>
            <p:spPr>
              <a:xfrm>
                <a:off x="7315575" y="-8513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55" name="Google Shape;1355;p80"/>
              <p:cNvSpPr/>
              <p:nvPr/>
            </p:nvSpPr>
            <p:spPr>
              <a:xfrm>
                <a:off x="4418377" y="472928"/>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356" name="Google Shape;1356;p80"/>
            <p:cNvGrpSpPr/>
            <p:nvPr/>
          </p:nvGrpSpPr>
          <p:grpSpPr>
            <a:xfrm>
              <a:off x="7508103" y="-733512"/>
              <a:ext cx="1845335" cy="2340875"/>
              <a:chOff x="7508103" y="-180450"/>
              <a:chExt cx="1845335" cy="2340875"/>
            </a:xfrm>
          </p:grpSpPr>
          <p:grpSp>
            <p:nvGrpSpPr>
              <p:cNvPr id="1357" name="Google Shape;1357;p80"/>
              <p:cNvGrpSpPr/>
              <p:nvPr/>
            </p:nvGrpSpPr>
            <p:grpSpPr>
              <a:xfrm>
                <a:off x="8109628" y="-180450"/>
                <a:ext cx="1128460" cy="989200"/>
                <a:chOff x="2136440" y="1592025"/>
                <a:chExt cx="1128460" cy="989200"/>
              </a:xfrm>
            </p:grpSpPr>
            <p:grpSp>
              <p:nvGrpSpPr>
                <p:cNvPr id="1358" name="Google Shape;1358;p80"/>
                <p:cNvGrpSpPr/>
                <p:nvPr/>
              </p:nvGrpSpPr>
              <p:grpSpPr>
                <a:xfrm rot="10800000">
                  <a:off x="2273907" y="2024002"/>
                  <a:ext cx="587793" cy="509104"/>
                  <a:chOff x="8022925" y="186250"/>
                  <a:chExt cx="815700" cy="706500"/>
                </a:xfrm>
              </p:grpSpPr>
              <p:sp>
                <p:nvSpPr>
                  <p:cNvPr id="1359" name="Google Shape;1359;p8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60" name="Google Shape;1360;p80"/>
                  <p:cNvSpPr/>
                  <p:nvPr/>
                </p:nvSpPr>
                <p:spPr>
                  <a:xfrm>
                    <a:off x="8213302" y="351156"/>
                    <a:ext cx="435000" cy="3768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361" name="Google Shape;1361;p80"/>
                <p:cNvSpPr/>
                <p:nvPr/>
              </p:nvSpPr>
              <p:spPr>
                <a:xfrm rot="10800000">
                  <a:off x="2349928" y="2478925"/>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1362" name="Google Shape;1362;p80"/>
                <p:cNvCxnSpPr>
                  <a:stCxn id="1359" idx="3"/>
                </p:cNvCxnSpPr>
                <p:nvPr/>
              </p:nvCxnSpPr>
              <p:spPr>
                <a:xfrm>
                  <a:off x="2861700" y="2278554"/>
                  <a:ext cx="403200" cy="0"/>
                </a:xfrm>
                <a:prstGeom prst="straightConnector1">
                  <a:avLst/>
                </a:prstGeom>
                <a:noFill/>
                <a:ln cap="flat" cmpd="sng" w="9525">
                  <a:solidFill>
                    <a:schemeClr val="dk2"/>
                  </a:solidFill>
                  <a:prstDash val="solid"/>
                  <a:round/>
                  <a:headEnd len="sm" w="sm" type="none"/>
                  <a:tailEnd len="sm" w="sm" type="none"/>
                </a:ln>
              </p:spPr>
            </p:cxnSp>
            <p:cxnSp>
              <p:nvCxnSpPr>
                <p:cNvPr id="1363" name="Google Shape;1363;p80"/>
                <p:cNvCxnSpPr>
                  <a:stCxn id="1359" idx="1"/>
                </p:cNvCxnSpPr>
                <p:nvPr/>
              </p:nvCxnSpPr>
              <p:spPr>
                <a:xfrm rot="10800000">
                  <a:off x="2174983" y="1632202"/>
                  <a:ext cx="226200" cy="391800"/>
                </a:xfrm>
                <a:prstGeom prst="straightConnector1">
                  <a:avLst/>
                </a:prstGeom>
                <a:noFill/>
                <a:ln cap="flat" cmpd="sng" w="9525">
                  <a:solidFill>
                    <a:schemeClr val="dk2"/>
                  </a:solidFill>
                  <a:prstDash val="solid"/>
                  <a:round/>
                  <a:headEnd len="sm" w="sm" type="none"/>
                  <a:tailEnd len="sm" w="sm" type="none"/>
                </a:ln>
              </p:spPr>
            </p:cxnSp>
            <p:sp>
              <p:nvSpPr>
                <p:cNvPr id="1364" name="Google Shape;1364;p80"/>
                <p:cNvSpPr/>
                <p:nvPr/>
              </p:nvSpPr>
              <p:spPr>
                <a:xfrm rot="10800000">
                  <a:off x="2136440" y="159202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365" name="Google Shape;1365;p80"/>
              <p:cNvGrpSpPr/>
              <p:nvPr/>
            </p:nvGrpSpPr>
            <p:grpSpPr>
              <a:xfrm>
                <a:off x="7508103" y="808752"/>
                <a:ext cx="1845335" cy="1351673"/>
                <a:chOff x="1557290" y="2633002"/>
                <a:chExt cx="1845335" cy="1351673"/>
              </a:xfrm>
            </p:grpSpPr>
            <p:grpSp>
              <p:nvGrpSpPr>
                <p:cNvPr id="1366" name="Google Shape;1366;p80"/>
                <p:cNvGrpSpPr/>
                <p:nvPr/>
              </p:nvGrpSpPr>
              <p:grpSpPr>
                <a:xfrm rot="10800000">
                  <a:off x="1673693" y="2677134"/>
                  <a:ext cx="917499" cy="794671"/>
                  <a:chOff x="8022925" y="186250"/>
                  <a:chExt cx="815700" cy="706500"/>
                </a:xfrm>
              </p:grpSpPr>
              <p:sp>
                <p:nvSpPr>
                  <p:cNvPr id="1367" name="Google Shape;1367;p80"/>
                  <p:cNvSpPr/>
                  <p:nvPr/>
                </p:nvSpPr>
                <p:spPr>
                  <a:xfrm>
                    <a:off x="8022925" y="186250"/>
                    <a:ext cx="815700" cy="7065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68" name="Google Shape;1368;p80"/>
                  <p:cNvSpPr/>
                  <p:nvPr/>
                </p:nvSpPr>
                <p:spPr>
                  <a:xfrm>
                    <a:off x="8169420" y="313166"/>
                    <a:ext cx="522900" cy="452700"/>
                  </a:xfrm>
                  <a:prstGeom prst="hexagon">
                    <a:avLst>
                      <a:gd fmla="val 25000" name="adj"/>
                      <a:gd fmla="val 115470" name="vf"/>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1369" name="Google Shape;1369;p80"/>
                <p:cNvGrpSpPr/>
                <p:nvPr/>
              </p:nvGrpSpPr>
              <p:grpSpPr>
                <a:xfrm rot="10800000">
                  <a:off x="2814832" y="2633002"/>
                  <a:ext cx="587793" cy="509104"/>
                  <a:chOff x="8022925" y="186250"/>
                  <a:chExt cx="815700" cy="706500"/>
                </a:xfrm>
              </p:grpSpPr>
              <p:sp>
                <p:nvSpPr>
                  <p:cNvPr id="1370" name="Google Shape;1370;p80"/>
                  <p:cNvSpPr/>
                  <p:nvPr/>
                </p:nvSpPr>
                <p:spPr>
                  <a:xfrm>
                    <a:off x="8022925" y="186250"/>
                    <a:ext cx="815700" cy="706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71" name="Google Shape;1371;p80"/>
                  <p:cNvSpPr/>
                  <p:nvPr/>
                </p:nvSpPr>
                <p:spPr>
                  <a:xfrm>
                    <a:off x="8114217" y="265360"/>
                    <a:ext cx="633300" cy="5484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372" name="Google Shape;1372;p80"/>
                <p:cNvCxnSpPr>
                  <a:stCxn id="1370" idx="0"/>
                </p:cNvCxnSpPr>
                <p:nvPr/>
              </p:nvCxnSpPr>
              <p:spPr>
                <a:xfrm rot="10800000">
                  <a:off x="2660332" y="2887554"/>
                  <a:ext cx="154500" cy="0"/>
                </a:xfrm>
                <a:prstGeom prst="straightConnector1">
                  <a:avLst/>
                </a:prstGeom>
                <a:noFill/>
                <a:ln cap="flat" cmpd="sng" w="9525">
                  <a:solidFill>
                    <a:schemeClr val="dk2"/>
                  </a:solidFill>
                  <a:prstDash val="solid"/>
                  <a:round/>
                  <a:headEnd len="sm" w="sm" type="none"/>
                  <a:tailEnd len="sm" w="sm" type="none"/>
                </a:ln>
              </p:spPr>
            </p:cxnSp>
            <p:cxnSp>
              <p:nvCxnSpPr>
                <p:cNvPr id="1373" name="Google Shape;1373;p80"/>
                <p:cNvCxnSpPr>
                  <a:stCxn id="1367" idx="3"/>
                </p:cNvCxnSpPr>
                <p:nvPr/>
              </p:nvCxnSpPr>
              <p:spPr>
                <a:xfrm flipH="1" rot="10800000">
                  <a:off x="2591192" y="2886970"/>
                  <a:ext cx="73200" cy="187500"/>
                </a:xfrm>
                <a:prstGeom prst="straightConnector1">
                  <a:avLst/>
                </a:prstGeom>
                <a:noFill/>
                <a:ln cap="flat" cmpd="sng" w="9525">
                  <a:solidFill>
                    <a:schemeClr val="dk2"/>
                  </a:solidFill>
                  <a:prstDash val="solid"/>
                  <a:round/>
                  <a:headEnd len="sm" w="sm" type="none"/>
                  <a:tailEnd len="sm" w="sm" type="none"/>
                </a:ln>
              </p:spPr>
            </p:cxnSp>
            <p:cxnSp>
              <p:nvCxnSpPr>
                <p:cNvPr id="1374" name="Google Shape;1374;p80"/>
                <p:cNvCxnSpPr>
                  <a:stCxn id="1367" idx="5"/>
                </p:cNvCxnSpPr>
                <p:nvPr/>
              </p:nvCxnSpPr>
              <p:spPr>
                <a:xfrm flipH="1">
                  <a:off x="1596661" y="3471805"/>
                  <a:ext cx="275700" cy="477600"/>
                </a:xfrm>
                <a:prstGeom prst="straightConnector1">
                  <a:avLst/>
                </a:prstGeom>
                <a:noFill/>
                <a:ln cap="flat" cmpd="sng" w="9525">
                  <a:solidFill>
                    <a:schemeClr val="dk2"/>
                  </a:solidFill>
                  <a:prstDash val="solid"/>
                  <a:round/>
                  <a:headEnd len="sm" w="sm" type="none"/>
                  <a:tailEnd len="sm" w="sm" type="none"/>
                </a:ln>
              </p:spPr>
            </p:cxnSp>
            <p:sp>
              <p:nvSpPr>
                <p:cNvPr id="1375" name="Google Shape;1375;p80"/>
                <p:cNvSpPr/>
                <p:nvPr/>
              </p:nvSpPr>
              <p:spPr>
                <a:xfrm rot="10800000">
                  <a:off x="1557290" y="39060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9"/>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Archivo"/>
              <a:buNone/>
              <a:defRPr b="1" i="0" sz="3000" u="none" cap="none" strike="noStrike">
                <a:solidFill>
                  <a:schemeClr val="dk1"/>
                </a:solidFill>
                <a:latin typeface="Archivo"/>
                <a:ea typeface="Archivo"/>
                <a:cs typeface="Archivo"/>
                <a:sym typeface="Archivo"/>
              </a:defRPr>
            </a:lvl1pPr>
            <a:lvl2pPr lvl="1" marR="0" rtl="0" algn="l">
              <a:lnSpc>
                <a:spcPct val="100000"/>
              </a:lnSpc>
              <a:spcBef>
                <a:spcPts val="0"/>
              </a:spcBef>
              <a:spcAft>
                <a:spcPts val="0"/>
              </a:spcAft>
              <a:buClr>
                <a:schemeClr val="dk1"/>
              </a:buClr>
              <a:buSzPts val="3000"/>
              <a:buFont typeface="Archivo"/>
              <a:buNone/>
              <a:defRPr b="1" i="0" sz="3000" u="none" cap="none" strike="noStrike">
                <a:solidFill>
                  <a:schemeClr val="dk1"/>
                </a:solidFill>
                <a:latin typeface="Archivo"/>
                <a:ea typeface="Archivo"/>
                <a:cs typeface="Archivo"/>
                <a:sym typeface="Archivo"/>
              </a:defRPr>
            </a:lvl2pPr>
            <a:lvl3pPr lvl="2" marR="0" rtl="0" algn="l">
              <a:lnSpc>
                <a:spcPct val="100000"/>
              </a:lnSpc>
              <a:spcBef>
                <a:spcPts val="0"/>
              </a:spcBef>
              <a:spcAft>
                <a:spcPts val="0"/>
              </a:spcAft>
              <a:buClr>
                <a:schemeClr val="dk1"/>
              </a:buClr>
              <a:buSzPts val="3000"/>
              <a:buFont typeface="Archivo"/>
              <a:buNone/>
              <a:defRPr b="1" i="0" sz="3000" u="none" cap="none" strike="noStrike">
                <a:solidFill>
                  <a:schemeClr val="dk1"/>
                </a:solidFill>
                <a:latin typeface="Archivo"/>
                <a:ea typeface="Archivo"/>
                <a:cs typeface="Archivo"/>
                <a:sym typeface="Archivo"/>
              </a:defRPr>
            </a:lvl3pPr>
            <a:lvl4pPr lvl="3" marR="0" rtl="0" algn="l">
              <a:lnSpc>
                <a:spcPct val="100000"/>
              </a:lnSpc>
              <a:spcBef>
                <a:spcPts val="0"/>
              </a:spcBef>
              <a:spcAft>
                <a:spcPts val="0"/>
              </a:spcAft>
              <a:buClr>
                <a:schemeClr val="dk1"/>
              </a:buClr>
              <a:buSzPts val="3000"/>
              <a:buFont typeface="Archivo"/>
              <a:buNone/>
              <a:defRPr b="1" i="0" sz="3000" u="none" cap="none" strike="noStrike">
                <a:solidFill>
                  <a:schemeClr val="dk1"/>
                </a:solidFill>
                <a:latin typeface="Archivo"/>
                <a:ea typeface="Archivo"/>
                <a:cs typeface="Archivo"/>
                <a:sym typeface="Archivo"/>
              </a:defRPr>
            </a:lvl4pPr>
            <a:lvl5pPr lvl="4" marR="0" rtl="0" algn="l">
              <a:lnSpc>
                <a:spcPct val="100000"/>
              </a:lnSpc>
              <a:spcBef>
                <a:spcPts val="0"/>
              </a:spcBef>
              <a:spcAft>
                <a:spcPts val="0"/>
              </a:spcAft>
              <a:buClr>
                <a:schemeClr val="dk1"/>
              </a:buClr>
              <a:buSzPts val="3000"/>
              <a:buFont typeface="Archivo"/>
              <a:buNone/>
              <a:defRPr b="1" i="0" sz="3000" u="none" cap="none" strike="noStrike">
                <a:solidFill>
                  <a:schemeClr val="dk1"/>
                </a:solidFill>
                <a:latin typeface="Archivo"/>
                <a:ea typeface="Archivo"/>
                <a:cs typeface="Archivo"/>
                <a:sym typeface="Archivo"/>
              </a:defRPr>
            </a:lvl5pPr>
            <a:lvl6pPr lvl="5" marR="0" rtl="0" algn="l">
              <a:lnSpc>
                <a:spcPct val="100000"/>
              </a:lnSpc>
              <a:spcBef>
                <a:spcPts val="0"/>
              </a:spcBef>
              <a:spcAft>
                <a:spcPts val="0"/>
              </a:spcAft>
              <a:buClr>
                <a:schemeClr val="dk1"/>
              </a:buClr>
              <a:buSzPts val="3000"/>
              <a:buFont typeface="Archivo"/>
              <a:buNone/>
              <a:defRPr b="1" i="0" sz="3000" u="none" cap="none" strike="noStrike">
                <a:solidFill>
                  <a:schemeClr val="dk1"/>
                </a:solidFill>
                <a:latin typeface="Archivo"/>
                <a:ea typeface="Archivo"/>
                <a:cs typeface="Archivo"/>
                <a:sym typeface="Archivo"/>
              </a:defRPr>
            </a:lvl6pPr>
            <a:lvl7pPr lvl="6" marR="0" rtl="0" algn="l">
              <a:lnSpc>
                <a:spcPct val="100000"/>
              </a:lnSpc>
              <a:spcBef>
                <a:spcPts val="0"/>
              </a:spcBef>
              <a:spcAft>
                <a:spcPts val="0"/>
              </a:spcAft>
              <a:buClr>
                <a:schemeClr val="dk1"/>
              </a:buClr>
              <a:buSzPts val="3000"/>
              <a:buFont typeface="Archivo"/>
              <a:buNone/>
              <a:defRPr b="1" i="0" sz="3000" u="none" cap="none" strike="noStrike">
                <a:solidFill>
                  <a:schemeClr val="dk1"/>
                </a:solidFill>
                <a:latin typeface="Archivo"/>
                <a:ea typeface="Archivo"/>
                <a:cs typeface="Archivo"/>
                <a:sym typeface="Archivo"/>
              </a:defRPr>
            </a:lvl7pPr>
            <a:lvl8pPr lvl="7" marR="0" rtl="0" algn="l">
              <a:lnSpc>
                <a:spcPct val="100000"/>
              </a:lnSpc>
              <a:spcBef>
                <a:spcPts val="0"/>
              </a:spcBef>
              <a:spcAft>
                <a:spcPts val="0"/>
              </a:spcAft>
              <a:buClr>
                <a:schemeClr val="dk1"/>
              </a:buClr>
              <a:buSzPts val="3000"/>
              <a:buFont typeface="Archivo"/>
              <a:buNone/>
              <a:defRPr b="1" i="0" sz="3000" u="none" cap="none" strike="noStrike">
                <a:solidFill>
                  <a:schemeClr val="dk1"/>
                </a:solidFill>
                <a:latin typeface="Archivo"/>
                <a:ea typeface="Archivo"/>
                <a:cs typeface="Archivo"/>
                <a:sym typeface="Archivo"/>
              </a:defRPr>
            </a:lvl8pPr>
            <a:lvl9pPr lvl="8" marR="0" rtl="0" algn="l">
              <a:lnSpc>
                <a:spcPct val="100000"/>
              </a:lnSpc>
              <a:spcBef>
                <a:spcPts val="0"/>
              </a:spcBef>
              <a:spcAft>
                <a:spcPts val="0"/>
              </a:spcAft>
              <a:buClr>
                <a:schemeClr val="dk1"/>
              </a:buClr>
              <a:buSzPts val="3000"/>
              <a:buFont typeface="Archivo"/>
              <a:buNone/>
              <a:defRPr b="1" i="0" sz="3000" u="none" cap="none" strike="noStrike">
                <a:solidFill>
                  <a:schemeClr val="dk1"/>
                </a:solidFill>
                <a:latin typeface="Archivo"/>
                <a:ea typeface="Archivo"/>
                <a:cs typeface="Archivo"/>
                <a:sym typeface="Archivo"/>
              </a:defRPr>
            </a:lvl9pPr>
          </a:lstStyle>
          <a:p/>
        </p:txBody>
      </p:sp>
      <p:sp>
        <p:nvSpPr>
          <p:cNvPr id="7" name="Google Shape;7;p49"/>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Catamaran"/>
              <a:buChar char="●"/>
              <a:defRPr b="0" i="0" sz="1400" u="none" cap="none" strike="noStrike">
                <a:solidFill>
                  <a:schemeClr val="dk1"/>
                </a:solidFill>
                <a:latin typeface="Catamaran"/>
                <a:ea typeface="Catamaran"/>
                <a:cs typeface="Catamaran"/>
                <a:sym typeface="Catamaran"/>
              </a:defRPr>
            </a:lvl1pPr>
            <a:lvl2pPr indent="-317500" lvl="1" marL="914400" marR="0" rtl="0" algn="l">
              <a:lnSpc>
                <a:spcPct val="115000"/>
              </a:lnSpc>
              <a:spcBef>
                <a:spcPts val="0"/>
              </a:spcBef>
              <a:spcAft>
                <a:spcPts val="0"/>
              </a:spcAft>
              <a:buClr>
                <a:schemeClr val="dk1"/>
              </a:buClr>
              <a:buSzPts val="1400"/>
              <a:buFont typeface="Catamaran"/>
              <a:buChar char="○"/>
              <a:defRPr b="0" i="0" sz="1400" u="none" cap="none" strike="noStrike">
                <a:solidFill>
                  <a:schemeClr val="dk1"/>
                </a:solidFill>
                <a:latin typeface="Catamaran"/>
                <a:ea typeface="Catamaran"/>
                <a:cs typeface="Catamaran"/>
                <a:sym typeface="Catamaran"/>
              </a:defRPr>
            </a:lvl2pPr>
            <a:lvl3pPr indent="-317500" lvl="2" marL="1371600" marR="0" rtl="0" algn="l">
              <a:lnSpc>
                <a:spcPct val="115000"/>
              </a:lnSpc>
              <a:spcBef>
                <a:spcPts val="0"/>
              </a:spcBef>
              <a:spcAft>
                <a:spcPts val="0"/>
              </a:spcAft>
              <a:buClr>
                <a:schemeClr val="dk1"/>
              </a:buClr>
              <a:buSzPts val="1400"/>
              <a:buFont typeface="Catamaran"/>
              <a:buChar char="■"/>
              <a:defRPr b="0" i="0" sz="1400" u="none" cap="none" strike="noStrike">
                <a:solidFill>
                  <a:schemeClr val="dk1"/>
                </a:solidFill>
                <a:latin typeface="Catamaran"/>
                <a:ea typeface="Catamaran"/>
                <a:cs typeface="Catamaran"/>
                <a:sym typeface="Catamaran"/>
              </a:defRPr>
            </a:lvl3pPr>
            <a:lvl4pPr indent="-317500" lvl="3" marL="1828800" marR="0" rtl="0" algn="l">
              <a:lnSpc>
                <a:spcPct val="115000"/>
              </a:lnSpc>
              <a:spcBef>
                <a:spcPts val="0"/>
              </a:spcBef>
              <a:spcAft>
                <a:spcPts val="0"/>
              </a:spcAft>
              <a:buClr>
                <a:schemeClr val="dk1"/>
              </a:buClr>
              <a:buSzPts val="1400"/>
              <a:buFont typeface="Catamaran"/>
              <a:buChar char="●"/>
              <a:defRPr b="0" i="0" sz="1400" u="none" cap="none" strike="noStrike">
                <a:solidFill>
                  <a:schemeClr val="dk1"/>
                </a:solidFill>
                <a:latin typeface="Catamaran"/>
                <a:ea typeface="Catamaran"/>
                <a:cs typeface="Catamaran"/>
                <a:sym typeface="Catamaran"/>
              </a:defRPr>
            </a:lvl4pPr>
            <a:lvl5pPr indent="-317500" lvl="4" marL="2286000" marR="0" rtl="0" algn="l">
              <a:lnSpc>
                <a:spcPct val="115000"/>
              </a:lnSpc>
              <a:spcBef>
                <a:spcPts val="0"/>
              </a:spcBef>
              <a:spcAft>
                <a:spcPts val="0"/>
              </a:spcAft>
              <a:buClr>
                <a:schemeClr val="dk1"/>
              </a:buClr>
              <a:buSzPts val="1400"/>
              <a:buFont typeface="Catamaran"/>
              <a:buChar char="○"/>
              <a:defRPr b="0" i="0" sz="1400" u="none" cap="none" strike="noStrike">
                <a:solidFill>
                  <a:schemeClr val="dk1"/>
                </a:solidFill>
                <a:latin typeface="Catamaran"/>
                <a:ea typeface="Catamaran"/>
                <a:cs typeface="Catamaran"/>
                <a:sym typeface="Catamaran"/>
              </a:defRPr>
            </a:lvl5pPr>
            <a:lvl6pPr indent="-317500" lvl="5" marL="2743200" marR="0" rtl="0" algn="l">
              <a:lnSpc>
                <a:spcPct val="115000"/>
              </a:lnSpc>
              <a:spcBef>
                <a:spcPts val="0"/>
              </a:spcBef>
              <a:spcAft>
                <a:spcPts val="0"/>
              </a:spcAft>
              <a:buClr>
                <a:schemeClr val="dk1"/>
              </a:buClr>
              <a:buSzPts val="1400"/>
              <a:buFont typeface="Catamaran"/>
              <a:buChar char="■"/>
              <a:defRPr b="0" i="0" sz="1400" u="none" cap="none" strike="noStrike">
                <a:solidFill>
                  <a:schemeClr val="dk1"/>
                </a:solidFill>
                <a:latin typeface="Catamaran"/>
                <a:ea typeface="Catamaran"/>
                <a:cs typeface="Catamaran"/>
                <a:sym typeface="Catamaran"/>
              </a:defRPr>
            </a:lvl6pPr>
            <a:lvl7pPr indent="-317500" lvl="6" marL="3200400" marR="0" rtl="0" algn="l">
              <a:lnSpc>
                <a:spcPct val="115000"/>
              </a:lnSpc>
              <a:spcBef>
                <a:spcPts val="0"/>
              </a:spcBef>
              <a:spcAft>
                <a:spcPts val="0"/>
              </a:spcAft>
              <a:buClr>
                <a:schemeClr val="dk1"/>
              </a:buClr>
              <a:buSzPts val="1400"/>
              <a:buFont typeface="Catamaran"/>
              <a:buChar char="●"/>
              <a:defRPr b="0" i="0" sz="1400" u="none" cap="none" strike="noStrike">
                <a:solidFill>
                  <a:schemeClr val="dk1"/>
                </a:solidFill>
                <a:latin typeface="Catamaran"/>
                <a:ea typeface="Catamaran"/>
                <a:cs typeface="Catamaran"/>
                <a:sym typeface="Catamaran"/>
              </a:defRPr>
            </a:lvl7pPr>
            <a:lvl8pPr indent="-317500" lvl="7" marL="3657600" marR="0" rtl="0" algn="l">
              <a:lnSpc>
                <a:spcPct val="115000"/>
              </a:lnSpc>
              <a:spcBef>
                <a:spcPts val="0"/>
              </a:spcBef>
              <a:spcAft>
                <a:spcPts val="0"/>
              </a:spcAft>
              <a:buClr>
                <a:schemeClr val="dk1"/>
              </a:buClr>
              <a:buSzPts val="1400"/>
              <a:buFont typeface="Catamaran"/>
              <a:buChar char="○"/>
              <a:defRPr b="0" i="0" sz="1400" u="none" cap="none" strike="noStrike">
                <a:solidFill>
                  <a:schemeClr val="dk1"/>
                </a:solidFill>
                <a:latin typeface="Catamaran"/>
                <a:ea typeface="Catamaran"/>
                <a:cs typeface="Catamaran"/>
                <a:sym typeface="Catamaran"/>
              </a:defRPr>
            </a:lvl8pPr>
            <a:lvl9pPr indent="-317500" lvl="8" marL="4114800" marR="0" rtl="0" algn="l">
              <a:lnSpc>
                <a:spcPct val="115000"/>
              </a:lnSpc>
              <a:spcBef>
                <a:spcPts val="0"/>
              </a:spcBef>
              <a:spcAft>
                <a:spcPts val="0"/>
              </a:spcAft>
              <a:buClr>
                <a:schemeClr val="dk1"/>
              </a:buClr>
              <a:buSzPts val="1400"/>
              <a:buFont typeface="Catamaran"/>
              <a:buChar char="■"/>
              <a:defRPr b="0" i="0" sz="1400" u="none" cap="none" strike="noStrike">
                <a:solidFill>
                  <a:schemeClr val="dk1"/>
                </a:solidFill>
                <a:latin typeface="Catamaran"/>
                <a:ea typeface="Catamaran"/>
                <a:cs typeface="Catamaran"/>
                <a:sym typeface="Catamaran"/>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8.jpg"/><Relationship Id="rId4" Type="http://schemas.openxmlformats.org/officeDocument/2006/relationships/image" Target="../media/image6.png"/><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sp>
        <p:nvSpPr>
          <p:cNvPr id="1380" name="Google Shape;1380;p1"/>
          <p:cNvSpPr txBox="1"/>
          <p:nvPr>
            <p:ph type="ctrTitle"/>
          </p:nvPr>
        </p:nvSpPr>
        <p:spPr>
          <a:xfrm>
            <a:off x="713225" y="957800"/>
            <a:ext cx="4221600" cy="2711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a:t>Travel Insurance Claim Prediction</a:t>
            </a:r>
            <a:endParaRPr b="0"/>
          </a:p>
        </p:txBody>
      </p:sp>
      <p:sp>
        <p:nvSpPr>
          <p:cNvPr id="1381" name="Google Shape;1381;p1"/>
          <p:cNvSpPr txBox="1"/>
          <p:nvPr>
            <p:ph idx="1" type="subTitle"/>
          </p:nvPr>
        </p:nvSpPr>
        <p:spPr>
          <a:xfrm>
            <a:off x="713288" y="3586302"/>
            <a:ext cx="4221600" cy="47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sz="1800">
                <a:solidFill>
                  <a:srgbClr val="212B36"/>
                </a:solidFill>
                <a:highlight>
                  <a:srgbClr val="FFFFFF"/>
                </a:highlight>
                <a:latin typeface="Arial"/>
                <a:ea typeface="Arial"/>
                <a:cs typeface="Arial"/>
                <a:sym typeface="Arial"/>
              </a:rPr>
              <a:t>Data Science &amp; Machine Learning - Nelsi Silaban</a:t>
            </a:r>
            <a:endParaRPr sz="2200"/>
          </a:p>
        </p:txBody>
      </p:sp>
      <p:pic>
        <p:nvPicPr>
          <p:cNvPr id="1382" name="Google Shape;1382;p1"/>
          <p:cNvPicPr preferRelativeResize="0"/>
          <p:nvPr>
            <p:ph idx="2" type="pic"/>
          </p:nvPr>
        </p:nvPicPr>
        <p:blipFill rotWithShape="1">
          <a:blip r:embed="rId3">
            <a:alphaModFix/>
          </a:blip>
          <a:srcRect b="3372" l="18317" r="15698" t="0"/>
          <a:stretch/>
        </p:blipFill>
        <p:spPr>
          <a:xfrm>
            <a:off x="4934775" y="803775"/>
            <a:ext cx="3470326" cy="3390301"/>
          </a:xfrm>
          <a:prstGeom prst="rect">
            <a:avLst/>
          </a:prstGeom>
          <a:noFill/>
          <a:ln cap="flat" cmpd="sng" w="9525">
            <a:solidFill>
              <a:schemeClr val="dk2"/>
            </a:solidFill>
            <a:prstDash val="solid"/>
            <a:round/>
            <a:headEnd len="sm" w="sm" type="none"/>
            <a:tailEnd len="sm" w="sm" type="none"/>
          </a:ln>
        </p:spPr>
      </p:pic>
      <p:cxnSp>
        <p:nvCxnSpPr>
          <p:cNvPr id="1383" name="Google Shape;1383;p1"/>
          <p:cNvCxnSpPr/>
          <p:nvPr/>
        </p:nvCxnSpPr>
        <p:spPr>
          <a:xfrm flipH="1">
            <a:off x="-582564" y="5331355"/>
            <a:ext cx="275700" cy="4776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Daftar Isi</a:t>
            </a:r>
            <a:endParaRPr/>
          </a:p>
        </p:txBody>
      </p:sp>
      <p:sp>
        <p:nvSpPr>
          <p:cNvPr id="1389" name="Google Shape;1389;p3"/>
          <p:cNvSpPr txBox="1"/>
          <p:nvPr>
            <p:ph idx="3" type="subTitle"/>
          </p:nvPr>
        </p:nvSpPr>
        <p:spPr>
          <a:xfrm>
            <a:off x="3419250" y="3952781"/>
            <a:ext cx="23055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400"/>
              <a:buNone/>
            </a:pPr>
            <a:r>
              <a:rPr lang="en"/>
              <a:t>Logistic Regression — F2 99,65%</a:t>
            </a:r>
            <a:endParaRPr sz="1600"/>
          </a:p>
        </p:txBody>
      </p:sp>
      <p:sp>
        <p:nvSpPr>
          <p:cNvPr id="1390" name="Google Shape;1390;p3"/>
          <p:cNvSpPr txBox="1"/>
          <p:nvPr>
            <p:ph idx="1" type="subTitle"/>
          </p:nvPr>
        </p:nvSpPr>
        <p:spPr>
          <a:xfrm>
            <a:off x="713225" y="2420646"/>
            <a:ext cx="23055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400"/>
              <a:buNone/>
            </a:pPr>
            <a:r>
              <a:rPr lang="en"/>
              <a:t>Identifikasi potensi risiko claim</a:t>
            </a:r>
            <a:endParaRPr/>
          </a:p>
        </p:txBody>
      </p:sp>
      <p:sp>
        <p:nvSpPr>
          <p:cNvPr id="1391" name="Google Shape;1391;p3"/>
          <p:cNvSpPr txBox="1"/>
          <p:nvPr>
            <p:ph idx="2" type="subTitle"/>
          </p:nvPr>
        </p:nvSpPr>
        <p:spPr>
          <a:xfrm>
            <a:off x="713225" y="4044625"/>
            <a:ext cx="25278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400"/>
              <a:buNone/>
            </a:pPr>
            <a:r>
              <a:rPr lang="en"/>
              <a:t>Classification dengan 3 model (Logistic Regression, Random Forest, dan XGBoost.)</a:t>
            </a:r>
            <a:endParaRPr/>
          </a:p>
        </p:txBody>
      </p:sp>
      <p:sp>
        <p:nvSpPr>
          <p:cNvPr id="1392" name="Google Shape;1392;p3"/>
          <p:cNvSpPr txBox="1"/>
          <p:nvPr>
            <p:ph idx="4" type="subTitle"/>
          </p:nvPr>
        </p:nvSpPr>
        <p:spPr>
          <a:xfrm>
            <a:off x="3419250" y="2267566"/>
            <a:ext cx="23055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400"/>
              <a:buNone/>
            </a:pPr>
            <a:r>
              <a:rPr lang="en"/>
              <a:t>Prediksi dan faktor claim</a:t>
            </a:r>
            <a:endParaRPr/>
          </a:p>
        </p:txBody>
      </p:sp>
      <p:sp>
        <p:nvSpPr>
          <p:cNvPr id="1393" name="Google Shape;1393;p3"/>
          <p:cNvSpPr txBox="1"/>
          <p:nvPr>
            <p:ph idx="5" type="title"/>
          </p:nvPr>
        </p:nvSpPr>
        <p:spPr>
          <a:xfrm>
            <a:off x="1415375" y="1353088"/>
            <a:ext cx="901200" cy="6168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3000"/>
              <a:buNone/>
            </a:pPr>
            <a:r>
              <a:rPr lang="en"/>
              <a:t>01</a:t>
            </a:r>
            <a:endParaRPr/>
          </a:p>
        </p:txBody>
      </p:sp>
      <p:sp>
        <p:nvSpPr>
          <p:cNvPr id="1394" name="Google Shape;1394;p3"/>
          <p:cNvSpPr txBox="1"/>
          <p:nvPr>
            <p:ph idx="6" type="title"/>
          </p:nvPr>
        </p:nvSpPr>
        <p:spPr>
          <a:xfrm>
            <a:off x="4121400" y="3038450"/>
            <a:ext cx="901200" cy="6168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3000"/>
              <a:buNone/>
            </a:pPr>
            <a:r>
              <a:rPr lang="en"/>
              <a:t>05</a:t>
            </a:r>
            <a:endParaRPr/>
          </a:p>
        </p:txBody>
      </p:sp>
      <p:sp>
        <p:nvSpPr>
          <p:cNvPr id="1395" name="Google Shape;1395;p3"/>
          <p:cNvSpPr txBox="1"/>
          <p:nvPr>
            <p:ph idx="7" type="title"/>
          </p:nvPr>
        </p:nvSpPr>
        <p:spPr>
          <a:xfrm>
            <a:off x="1415375" y="3038450"/>
            <a:ext cx="901200" cy="6168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3000"/>
              <a:buNone/>
            </a:pPr>
            <a:r>
              <a:rPr lang="en"/>
              <a:t>04</a:t>
            </a:r>
            <a:endParaRPr/>
          </a:p>
        </p:txBody>
      </p:sp>
      <p:sp>
        <p:nvSpPr>
          <p:cNvPr id="1396" name="Google Shape;1396;p3"/>
          <p:cNvSpPr txBox="1"/>
          <p:nvPr>
            <p:ph idx="8" type="title"/>
          </p:nvPr>
        </p:nvSpPr>
        <p:spPr>
          <a:xfrm>
            <a:off x="4121400" y="1353088"/>
            <a:ext cx="901200" cy="6168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3000"/>
              <a:buNone/>
            </a:pPr>
            <a:r>
              <a:rPr lang="en"/>
              <a:t>02</a:t>
            </a:r>
            <a:endParaRPr/>
          </a:p>
        </p:txBody>
      </p:sp>
      <p:sp>
        <p:nvSpPr>
          <p:cNvPr id="1397" name="Google Shape;1397;p3"/>
          <p:cNvSpPr txBox="1"/>
          <p:nvPr>
            <p:ph idx="9" type="subTitle"/>
          </p:nvPr>
        </p:nvSpPr>
        <p:spPr>
          <a:xfrm>
            <a:off x="6125275" y="4044629"/>
            <a:ext cx="23055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400"/>
              <a:buNone/>
            </a:pPr>
            <a:r>
              <a:rPr lang="en"/>
              <a:t>Mendukung risk assessment &amp; claim management.</a:t>
            </a:r>
            <a:endParaRPr/>
          </a:p>
        </p:txBody>
      </p:sp>
      <p:sp>
        <p:nvSpPr>
          <p:cNvPr id="1398" name="Google Shape;1398;p3"/>
          <p:cNvSpPr txBox="1"/>
          <p:nvPr>
            <p:ph idx="13" type="subTitle"/>
          </p:nvPr>
        </p:nvSpPr>
        <p:spPr>
          <a:xfrm>
            <a:off x="6125275" y="2267566"/>
            <a:ext cx="23055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400"/>
              <a:buNone/>
            </a:pPr>
            <a:r>
              <a:rPr lang="en"/>
              <a:t>Pola dan karakteristik claim.</a:t>
            </a:r>
            <a:endParaRPr/>
          </a:p>
        </p:txBody>
      </p:sp>
      <p:sp>
        <p:nvSpPr>
          <p:cNvPr id="1399" name="Google Shape;1399;p3"/>
          <p:cNvSpPr txBox="1"/>
          <p:nvPr>
            <p:ph idx="14" type="title"/>
          </p:nvPr>
        </p:nvSpPr>
        <p:spPr>
          <a:xfrm>
            <a:off x="6827425" y="3038450"/>
            <a:ext cx="901200" cy="6168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3000"/>
              <a:buNone/>
            </a:pPr>
            <a:r>
              <a:rPr lang="en"/>
              <a:t>06</a:t>
            </a:r>
            <a:endParaRPr/>
          </a:p>
        </p:txBody>
      </p:sp>
      <p:sp>
        <p:nvSpPr>
          <p:cNvPr id="1400" name="Google Shape;1400;p3"/>
          <p:cNvSpPr txBox="1"/>
          <p:nvPr>
            <p:ph idx="15" type="title"/>
          </p:nvPr>
        </p:nvSpPr>
        <p:spPr>
          <a:xfrm>
            <a:off x="6827425" y="1353088"/>
            <a:ext cx="901200" cy="6168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3000"/>
              <a:buNone/>
            </a:pPr>
            <a:r>
              <a:rPr lang="en"/>
              <a:t>03</a:t>
            </a:r>
            <a:endParaRPr/>
          </a:p>
        </p:txBody>
      </p:sp>
      <p:sp>
        <p:nvSpPr>
          <p:cNvPr id="1401" name="Google Shape;1401;p3"/>
          <p:cNvSpPr txBox="1"/>
          <p:nvPr>
            <p:ph idx="16" type="subTitle"/>
          </p:nvPr>
        </p:nvSpPr>
        <p:spPr>
          <a:xfrm>
            <a:off x="713225" y="2136042"/>
            <a:ext cx="2305500" cy="3852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2400"/>
              <a:buNone/>
            </a:pPr>
            <a:r>
              <a:rPr lang="en" sz="1600"/>
              <a:t>Konteks &amp; Permasalahan Bisnis</a:t>
            </a:r>
            <a:endParaRPr sz="1600"/>
          </a:p>
        </p:txBody>
      </p:sp>
      <p:sp>
        <p:nvSpPr>
          <p:cNvPr id="1402" name="Google Shape;1402;p3"/>
          <p:cNvSpPr txBox="1"/>
          <p:nvPr>
            <p:ph idx="17" type="subTitle"/>
          </p:nvPr>
        </p:nvSpPr>
        <p:spPr>
          <a:xfrm>
            <a:off x="713225" y="3714096"/>
            <a:ext cx="2305500" cy="3852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2400"/>
              <a:buNone/>
            </a:pPr>
            <a:r>
              <a:rPr lang="en" sz="1700"/>
              <a:t>Pendekatan Analisis</a:t>
            </a:r>
            <a:endParaRPr sz="1700"/>
          </a:p>
        </p:txBody>
      </p:sp>
      <p:sp>
        <p:nvSpPr>
          <p:cNvPr id="1403" name="Google Shape;1403;p3"/>
          <p:cNvSpPr txBox="1"/>
          <p:nvPr>
            <p:ph idx="18" type="subTitle"/>
          </p:nvPr>
        </p:nvSpPr>
        <p:spPr>
          <a:xfrm>
            <a:off x="3419250" y="3622248"/>
            <a:ext cx="2305500" cy="3852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2400"/>
              <a:buNone/>
            </a:pPr>
            <a:r>
              <a:rPr lang="en" sz="1600"/>
              <a:t>Hasil &amp; Model Terbaik</a:t>
            </a:r>
            <a:endParaRPr sz="1600"/>
          </a:p>
        </p:txBody>
      </p:sp>
      <p:sp>
        <p:nvSpPr>
          <p:cNvPr id="1404" name="Google Shape;1404;p3"/>
          <p:cNvSpPr txBox="1"/>
          <p:nvPr>
            <p:ph idx="19" type="subTitle"/>
          </p:nvPr>
        </p:nvSpPr>
        <p:spPr>
          <a:xfrm>
            <a:off x="3419250" y="1937038"/>
            <a:ext cx="2305500" cy="3852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2400"/>
              <a:buNone/>
            </a:pPr>
            <a:r>
              <a:rPr lang="en" sz="1800"/>
              <a:t>Tujuan Analisis</a:t>
            </a:r>
            <a:endParaRPr sz="1800"/>
          </a:p>
        </p:txBody>
      </p:sp>
      <p:sp>
        <p:nvSpPr>
          <p:cNvPr id="1405" name="Google Shape;1405;p3"/>
          <p:cNvSpPr txBox="1"/>
          <p:nvPr>
            <p:ph idx="20" type="subTitle"/>
          </p:nvPr>
        </p:nvSpPr>
        <p:spPr>
          <a:xfrm>
            <a:off x="6125275" y="3798290"/>
            <a:ext cx="2305500" cy="3852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2400"/>
              <a:buNone/>
            </a:pPr>
            <a:r>
              <a:rPr lang="en" sz="1700"/>
              <a:t>Business Impact &amp; Rekomendasi</a:t>
            </a:r>
            <a:endParaRPr sz="1700"/>
          </a:p>
        </p:txBody>
      </p:sp>
      <p:sp>
        <p:nvSpPr>
          <p:cNvPr id="1406" name="Google Shape;1406;p3"/>
          <p:cNvSpPr txBox="1"/>
          <p:nvPr>
            <p:ph idx="21" type="subTitle"/>
          </p:nvPr>
        </p:nvSpPr>
        <p:spPr>
          <a:xfrm>
            <a:off x="6125275" y="1937038"/>
            <a:ext cx="2305500" cy="3852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2400"/>
              <a:buNone/>
            </a:pPr>
            <a:r>
              <a:rPr lang="en" sz="1900"/>
              <a:t>Temuan Utama</a:t>
            </a: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0" name="Shape 1410"/>
        <p:cNvGrpSpPr/>
        <p:nvPr/>
      </p:nvGrpSpPr>
      <p:grpSpPr>
        <a:xfrm>
          <a:off x="0" y="0"/>
          <a:ext cx="0" cy="0"/>
          <a:chOff x="0" y="0"/>
          <a:chExt cx="0" cy="0"/>
        </a:xfrm>
      </p:grpSpPr>
      <p:sp>
        <p:nvSpPr>
          <p:cNvPr id="1411" name="Google Shape;1411;p4"/>
          <p:cNvSpPr txBox="1"/>
          <p:nvPr>
            <p:ph type="title"/>
          </p:nvPr>
        </p:nvSpPr>
        <p:spPr>
          <a:xfrm>
            <a:off x="713225" y="2652150"/>
            <a:ext cx="4064400" cy="84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2900"/>
              <a:t>Konteks &amp; Permasalahan Bisnis</a:t>
            </a:r>
            <a:endParaRPr sz="2900"/>
          </a:p>
        </p:txBody>
      </p:sp>
      <p:sp>
        <p:nvSpPr>
          <p:cNvPr id="1412" name="Google Shape;1412;p4"/>
          <p:cNvSpPr txBox="1"/>
          <p:nvPr>
            <p:ph idx="1" type="subTitle"/>
          </p:nvPr>
        </p:nvSpPr>
        <p:spPr>
          <a:xfrm>
            <a:off x="713225" y="3592128"/>
            <a:ext cx="4064400" cy="38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Mengidentifikasi pola dan potensi risiko claim pada customer Travel Insurance</a:t>
            </a:r>
            <a:endParaRPr/>
          </a:p>
        </p:txBody>
      </p:sp>
      <p:sp>
        <p:nvSpPr>
          <p:cNvPr id="1413" name="Google Shape;1413;p4"/>
          <p:cNvSpPr txBox="1"/>
          <p:nvPr>
            <p:ph idx="2" type="title"/>
          </p:nvPr>
        </p:nvSpPr>
        <p:spPr>
          <a:xfrm>
            <a:off x="720000" y="1913638"/>
            <a:ext cx="1324200" cy="841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01</a:t>
            </a:r>
            <a:endParaRPr/>
          </a:p>
        </p:txBody>
      </p:sp>
      <p:pic>
        <p:nvPicPr>
          <p:cNvPr id="1414" name="Google Shape;1414;p4"/>
          <p:cNvPicPr preferRelativeResize="0"/>
          <p:nvPr>
            <p:ph idx="3" type="pic"/>
          </p:nvPr>
        </p:nvPicPr>
        <p:blipFill rotWithShape="1">
          <a:blip r:embed="rId3">
            <a:alphaModFix/>
          </a:blip>
          <a:srcRect b="0" l="14190" r="8483" t="0"/>
          <a:stretch/>
        </p:blipFill>
        <p:spPr>
          <a:xfrm>
            <a:off x="4930725" y="1061800"/>
            <a:ext cx="3500026" cy="30199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g3f6cc2b7739_0_3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Konteks &amp; Permasalahan Bisnis</a:t>
            </a:r>
            <a:endParaRPr/>
          </a:p>
        </p:txBody>
      </p:sp>
      <p:sp>
        <p:nvSpPr>
          <p:cNvPr id="1420" name="Google Shape;1420;g3f6cc2b7739_0_31"/>
          <p:cNvSpPr txBox="1"/>
          <p:nvPr>
            <p:ph idx="1" type="subTitle"/>
          </p:nvPr>
        </p:nvSpPr>
        <p:spPr>
          <a:xfrm>
            <a:off x="720025" y="1714276"/>
            <a:ext cx="4325700" cy="334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600"/>
              <a:t>P</a:t>
            </a:r>
            <a:r>
              <a:rPr lang="en" sz="1800"/>
              <a:t>erusahaan menjual asuransi perjalanan melalui berbagai agency dan distribution channel, dengan variasi destinasi dan durasi perjalanan yang luas.</a:t>
            </a:r>
            <a:endParaRPr sz="1800"/>
          </a:p>
          <a:p>
            <a:pPr indent="0" lvl="0" marL="0" rtl="0" algn="l">
              <a:lnSpc>
                <a:spcPct val="115000"/>
              </a:lnSpc>
              <a:spcBef>
                <a:spcPts val="0"/>
              </a:spcBef>
              <a:spcAft>
                <a:spcPts val="0"/>
              </a:spcAft>
              <a:buSzPts val="1400"/>
              <a:buNone/>
            </a:pPr>
            <a:r>
              <a:t/>
            </a:r>
            <a:endParaRPr sz="1800"/>
          </a:p>
          <a:p>
            <a:pPr indent="0" lvl="0" marL="0" rtl="0" algn="l">
              <a:lnSpc>
                <a:spcPct val="125000"/>
              </a:lnSpc>
              <a:spcBef>
                <a:spcPts val="0"/>
              </a:spcBef>
              <a:spcAft>
                <a:spcPts val="0"/>
              </a:spcAft>
              <a:buSzPts val="1500"/>
              <a:buNone/>
            </a:pPr>
            <a:r>
              <a:rPr lang="en" sz="1800">
                <a:solidFill>
                  <a:srgbClr val="4A4E5A"/>
                </a:solidFill>
                <a:latin typeface="Calibri"/>
                <a:ea typeface="Calibri"/>
                <a:cs typeface="Calibri"/>
                <a:sym typeface="Calibri"/>
              </a:rPr>
              <a:t>Selama ini, klaim baru diketahui setelah customer mengajukannya — perusahaan belum memiliki cara sistematis untuk melihat risiko klaim sejak polis dibeli.</a:t>
            </a:r>
            <a:endParaRPr sz="1800"/>
          </a:p>
        </p:txBody>
      </p:sp>
      <p:sp>
        <p:nvSpPr>
          <p:cNvPr id="1421" name="Google Shape;1421;g3f6cc2b7739_0_31"/>
          <p:cNvSpPr txBox="1"/>
          <p:nvPr>
            <p:ph idx="4" type="subTitle"/>
          </p:nvPr>
        </p:nvSpPr>
        <p:spPr>
          <a:xfrm>
            <a:off x="720025" y="1241271"/>
            <a:ext cx="7704000" cy="530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n"/>
              <a:t>Mengapa Ini Penting Bagi Perusahaan?</a:t>
            </a:r>
            <a:endParaRPr/>
          </a:p>
        </p:txBody>
      </p:sp>
      <p:sp>
        <p:nvSpPr>
          <p:cNvPr id="1422" name="Google Shape;1422;g3f6cc2b7739_0_31"/>
          <p:cNvSpPr/>
          <p:nvPr/>
        </p:nvSpPr>
        <p:spPr>
          <a:xfrm>
            <a:off x="5450301" y="1675036"/>
            <a:ext cx="3113700" cy="2961000"/>
          </a:xfrm>
          <a:prstGeom prst="roundRect">
            <a:avLst>
              <a:gd fmla="val 2474" name="adj"/>
            </a:avLst>
          </a:prstGeom>
          <a:solidFill>
            <a:srgbClr val="FFFFFF"/>
          </a:solidFill>
          <a:ln cap="flat" cmpd="sng" w="8475">
            <a:solidFill>
              <a:srgbClr val="E2E6F0"/>
            </a:solidFill>
            <a:prstDash val="solid"/>
            <a:round/>
            <a:headEnd len="sm" w="sm" type="none"/>
            <a:tailEnd len="sm" w="sm" type="none"/>
          </a:ln>
          <a:effectLst>
            <a:outerShdw blurRad="67834" rotWithShape="0" algn="bl" dir="5400000" dist="25438">
              <a:srgbClr val="1E2761">
                <a:alpha val="12160"/>
              </a:srgbClr>
            </a:outerShdw>
          </a:effectLst>
        </p:spPr>
        <p:txBody>
          <a:bodyPr anchorCtr="0" anchor="ctr" bIns="61050" lIns="61050" spcFirstLastPara="1" rIns="61050" wrap="square" tIns="61050">
            <a:noAutofit/>
          </a:bodyPr>
          <a:lstStyle/>
          <a:p>
            <a:pPr indent="0" lvl="0" marL="0" rtl="0" algn="l">
              <a:spcBef>
                <a:spcPts val="0"/>
              </a:spcBef>
              <a:spcAft>
                <a:spcPts val="0"/>
              </a:spcAft>
              <a:buNone/>
            </a:pPr>
            <a:r>
              <a:t/>
            </a:r>
            <a:endParaRPr sz="2000"/>
          </a:p>
        </p:txBody>
      </p:sp>
      <p:sp>
        <p:nvSpPr>
          <p:cNvPr id="1423" name="Google Shape;1423;g3f6cc2b7739_0_31"/>
          <p:cNvSpPr/>
          <p:nvPr/>
        </p:nvSpPr>
        <p:spPr>
          <a:xfrm>
            <a:off x="5633451" y="1827662"/>
            <a:ext cx="2747400" cy="213600"/>
          </a:xfrm>
          <a:prstGeom prst="rect">
            <a:avLst/>
          </a:prstGeom>
          <a:noFill/>
          <a:ln>
            <a:noFill/>
          </a:ln>
        </p:spPr>
        <p:txBody>
          <a:bodyPr anchorCtr="0" anchor="ctr" bIns="30500" lIns="61050" spcFirstLastPara="1" rIns="61050" wrap="square" tIns="30500">
            <a:noAutofit/>
          </a:bodyPr>
          <a:lstStyle/>
          <a:p>
            <a:pPr indent="0" lvl="0" marL="0" marR="0" rtl="0" algn="l">
              <a:spcBef>
                <a:spcPts val="0"/>
              </a:spcBef>
              <a:spcAft>
                <a:spcPts val="0"/>
              </a:spcAft>
              <a:buClr>
                <a:srgbClr val="3B82C4"/>
              </a:buClr>
              <a:buSzPts val="734"/>
              <a:buFont typeface="Calibri"/>
              <a:buNone/>
            </a:pPr>
            <a:r>
              <a:rPr b="1" i="0" lang="en" sz="1334" u="none" cap="none" strike="noStrike">
                <a:solidFill>
                  <a:srgbClr val="3B82C4"/>
                </a:solidFill>
                <a:latin typeface="Calibri"/>
                <a:ea typeface="Calibri"/>
                <a:cs typeface="Calibri"/>
                <a:sym typeface="Calibri"/>
              </a:rPr>
              <a:t>DATA YANG DIMILIKI PER TRANSAKSI</a:t>
            </a:r>
            <a:endParaRPr b="0" i="0" sz="1334" u="none" cap="none" strike="noStrike">
              <a:solidFill>
                <a:srgbClr val="000000"/>
              </a:solidFill>
              <a:latin typeface="Calibri"/>
              <a:ea typeface="Calibri"/>
              <a:cs typeface="Calibri"/>
              <a:sym typeface="Calibri"/>
            </a:endParaRPr>
          </a:p>
        </p:txBody>
      </p:sp>
      <p:sp>
        <p:nvSpPr>
          <p:cNvPr id="1424" name="Google Shape;1424;g3f6cc2b7739_0_31"/>
          <p:cNvSpPr/>
          <p:nvPr/>
        </p:nvSpPr>
        <p:spPr>
          <a:xfrm>
            <a:off x="5633451" y="2187860"/>
            <a:ext cx="54900" cy="54900"/>
          </a:xfrm>
          <a:prstGeom prst="ellipse">
            <a:avLst/>
          </a:prstGeom>
          <a:solidFill>
            <a:srgbClr val="3B82C4"/>
          </a:solidFill>
          <a:ln>
            <a:noFill/>
          </a:ln>
        </p:spPr>
        <p:txBody>
          <a:bodyPr anchorCtr="0" anchor="ctr" bIns="61050" lIns="61050" spcFirstLastPara="1" rIns="61050" wrap="square" tIns="61050">
            <a:noAutofit/>
          </a:bodyPr>
          <a:lstStyle/>
          <a:p>
            <a:pPr indent="0" lvl="0" marL="0" rtl="0" algn="l">
              <a:spcBef>
                <a:spcPts val="0"/>
              </a:spcBef>
              <a:spcAft>
                <a:spcPts val="0"/>
              </a:spcAft>
              <a:buNone/>
            </a:pPr>
            <a:r>
              <a:t/>
            </a:r>
            <a:endParaRPr sz="2000"/>
          </a:p>
        </p:txBody>
      </p:sp>
      <p:sp>
        <p:nvSpPr>
          <p:cNvPr id="1425" name="Google Shape;1425;g3f6cc2b7739_0_31"/>
          <p:cNvSpPr/>
          <p:nvPr/>
        </p:nvSpPr>
        <p:spPr>
          <a:xfrm>
            <a:off x="5786077" y="2132915"/>
            <a:ext cx="2625000" cy="213600"/>
          </a:xfrm>
          <a:prstGeom prst="rect">
            <a:avLst/>
          </a:prstGeom>
          <a:noFill/>
          <a:ln>
            <a:noFill/>
          </a:ln>
        </p:spPr>
        <p:txBody>
          <a:bodyPr anchorCtr="0" anchor="ctr" bIns="30500" lIns="61050" spcFirstLastPara="1" rIns="61050" wrap="square" tIns="30500">
            <a:noAutofit/>
          </a:bodyPr>
          <a:lstStyle/>
          <a:p>
            <a:pPr indent="0" lvl="0" marL="0" marR="0" rtl="0" algn="l">
              <a:spcBef>
                <a:spcPts val="0"/>
              </a:spcBef>
              <a:spcAft>
                <a:spcPts val="0"/>
              </a:spcAft>
              <a:buClr>
                <a:srgbClr val="141B4D"/>
              </a:buClr>
              <a:buSzPts val="901"/>
              <a:buFont typeface="Calibri"/>
              <a:buNone/>
            </a:pPr>
            <a:r>
              <a:rPr b="0" i="0" lang="en" sz="1501" u="none" cap="none" strike="noStrike">
                <a:solidFill>
                  <a:srgbClr val="141B4D"/>
                </a:solidFill>
                <a:latin typeface="Calibri"/>
                <a:ea typeface="Calibri"/>
                <a:cs typeface="Calibri"/>
                <a:sym typeface="Calibri"/>
              </a:rPr>
              <a:t>Agency &amp; Agency Type</a:t>
            </a:r>
            <a:endParaRPr b="0" i="0" sz="1501" u="none" cap="none" strike="noStrike">
              <a:solidFill>
                <a:srgbClr val="000000"/>
              </a:solidFill>
              <a:latin typeface="Calibri"/>
              <a:ea typeface="Calibri"/>
              <a:cs typeface="Calibri"/>
              <a:sym typeface="Calibri"/>
            </a:endParaRPr>
          </a:p>
        </p:txBody>
      </p:sp>
      <p:sp>
        <p:nvSpPr>
          <p:cNvPr id="1426" name="Google Shape;1426;g3f6cc2b7739_0_31"/>
          <p:cNvSpPr/>
          <p:nvPr/>
        </p:nvSpPr>
        <p:spPr>
          <a:xfrm>
            <a:off x="5633451" y="2529743"/>
            <a:ext cx="54900" cy="54900"/>
          </a:xfrm>
          <a:prstGeom prst="ellipse">
            <a:avLst/>
          </a:prstGeom>
          <a:solidFill>
            <a:srgbClr val="3B82C4"/>
          </a:solidFill>
          <a:ln>
            <a:noFill/>
          </a:ln>
        </p:spPr>
        <p:txBody>
          <a:bodyPr anchorCtr="0" anchor="ctr" bIns="61050" lIns="61050" spcFirstLastPara="1" rIns="61050" wrap="square" tIns="61050">
            <a:noAutofit/>
          </a:bodyPr>
          <a:lstStyle/>
          <a:p>
            <a:pPr indent="0" lvl="0" marL="0" rtl="0" algn="l">
              <a:spcBef>
                <a:spcPts val="0"/>
              </a:spcBef>
              <a:spcAft>
                <a:spcPts val="0"/>
              </a:spcAft>
              <a:buNone/>
            </a:pPr>
            <a:r>
              <a:t/>
            </a:r>
            <a:endParaRPr sz="2000"/>
          </a:p>
        </p:txBody>
      </p:sp>
      <p:sp>
        <p:nvSpPr>
          <p:cNvPr id="1427" name="Google Shape;1427;g3f6cc2b7739_0_31"/>
          <p:cNvSpPr/>
          <p:nvPr/>
        </p:nvSpPr>
        <p:spPr>
          <a:xfrm>
            <a:off x="5786077" y="2474798"/>
            <a:ext cx="2625000" cy="213600"/>
          </a:xfrm>
          <a:prstGeom prst="rect">
            <a:avLst/>
          </a:prstGeom>
          <a:noFill/>
          <a:ln>
            <a:noFill/>
          </a:ln>
        </p:spPr>
        <p:txBody>
          <a:bodyPr anchorCtr="0" anchor="ctr" bIns="30500" lIns="61050" spcFirstLastPara="1" rIns="61050" wrap="square" tIns="30500">
            <a:noAutofit/>
          </a:bodyPr>
          <a:lstStyle/>
          <a:p>
            <a:pPr indent="0" lvl="0" marL="0" marR="0" rtl="0" algn="l">
              <a:spcBef>
                <a:spcPts val="0"/>
              </a:spcBef>
              <a:spcAft>
                <a:spcPts val="0"/>
              </a:spcAft>
              <a:buClr>
                <a:srgbClr val="141B4D"/>
              </a:buClr>
              <a:buSzPts val="901"/>
              <a:buFont typeface="Calibri"/>
              <a:buNone/>
            </a:pPr>
            <a:r>
              <a:rPr b="0" i="0" lang="en" sz="1501" u="none" cap="none" strike="noStrike">
                <a:solidFill>
                  <a:srgbClr val="141B4D"/>
                </a:solidFill>
                <a:latin typeface="Calibri"/>
                <a:ea typeface="Calibri"/>
                <a:cs typeface="Calibri"/>
                <a:sym typeface="Calibri"/>
              </a:rPr>
              <a:t>Distribution Channel</a:t>
            </a:r>
            <a:endParaRPr b="0" i="0" sz="1501" u="none" cap="none" strike="noStrike">
              <a:solidFill>
                <a:srgbClr val="000000"/>
              </a:solidFill>
              <a:latin typeface="Calibri"/>
              <a:ea typeface="Calibri"/>
              <a:cs typeface="Calibri"/>
              <a:sym typeface="Calibri"/>
            </a:endParaRPr>
          </a:p>
        </p:txBody>
      </p:sp>
      <p:sp>
        <p:nvSpPr>
          <p:cNvPr id="1428" name="Google Shape;1428;g3f6cc2b7739_0_31"/>
          <p:cNvSpPr/>
          <p:nvPr/>
        </p:nvSpPr>
        <p:spPr>
          <a:xfrm>
            <a:off x="5633451" y="2871626"/>
            <a:ext cx="54900" cy="54900"/>
          </a:xfrm>
          <a:prstGeom prst="ellipse">
            <a:avLst/>
          </a:prstGeom>
          <a:solidFill>
            <a:srgbClr val="3B82C4"/>
          </a:solidFill>
          <a:ln>
            <a:noFill/>
          </a:ln>
        </p:spPr>
        <p:txBody>
          <a:bodyPr anchorCtr="0" anchor="ctr" bIns="61050" lIns="61050" spcFirstLastPara="1" rIns="61050" wrap="square" tIns="61050">
            <a:noAutofit/>
          </a:bodyPr>
          <a:lstStyle/>
          <a:p>
            <a:pPr indent="0" lvl="0" marL="0" rtl="0" algn="l">
              <a:spcBef>
                <a:spcPts val="0"/>
              </a:spcBef>
              <a:spcAft>
                <a:spcPts val="0"/>
              </a:spcAft>
              <a:buNone/>
            </a:pPr>
            <a:r>
              <a:t/>
            </a:r>
            <a:endParaRPr sz="2000"/>
          </a:p>
        </p:txBody>
      </p:sp>
      <p:sp>
        <p:nvSpPr>
          <p:cNvPr id="1429" name="Google Shape;1429;g3f6cc2b7739_0_31"/>
          <p:cNvSpPr/>
          <p:nvPr/>
        </p:nvSpPr>
        <p:spPr>
          <a:xfrm>
            <a:off x="5786077" y="2816681"/>
            <a:ext cx="2625000" cy="213600"/>
          </a:xfrm>
          <a:prstGeom prst="rect">
            <a:avLst/>
          </a:prstGeom>
          <a:noFill/>
          <a:ln>
            <a:noFill/>
          </a:ln>
        </p:spPr>
        <p:txBody>
          <a:bodyPr anchorCtr="0" anchor="ctr" bIns="30500" lIns="61050" spcFirstLastPara="1" rIns="61050" wrap="square" tIns="30500">
            <a:noAutofit/>
          </a:bodyPr>
          <a:lstStyle/>
          <a:p>
            <a:pPr indent="0" lvl="0" marL="0" marR="0" rtl="0" algn="l">
              <a:spcBef>
                <a:spcPts val="0"/>
              </a:spcBef>
              <a:spcAft>
                <a:spcPts val="0"/>
              </a:spcAft>
              <a:buClr>
                <a:srgbClr val="141B4D"/>
              </a:buClr>
              <a:buSzPts val="901"/>
              <a:buFont typeface="Calibri"/>
              <a:buNone/>
            </a:pPr>
            <a:r>
              <a:rPr b="0" i="0" lang="en" sz="1501" u="none" cap="none" strike="noStrike">
                <a:solidFill>
                  <a:srgbClr val="141B4D"/>
                </a:solidFill>
                <a:latin typeface="Calibri"/>
                <a:ea typeface="Calibri"/>
                <a:cs typeface="Calibri"/>
                <a:sym typeface="Calibri"/>
              </a:rPr>
              <a:t>Product Name</a:t>
            </a:r>
            <a:endParaRPr b="0" i="0" sz="1501" u="none" cap="none" strike="noStrike">
              <a:solidFill>
                <a:srgbClr val="000000"/>
              </a:solidFill>
              <a:latin typeface="Calibri"/>
              <a:ea typeface="Calibri"/>
              <a:cs typeface="Calibri"/>
              <a:sym typeface="Calibri"/>
            </a:endParaRPr>
          </a:p>
        </p:txBody>
      </p:sp>
      <p:sp>
        <p:nvSpPr>
          <p:cNvPr id="1430" name="Google Shape;1430;g3f6cc2b7739_0_31"/>
          <p:cNvSpPr/>
          <p:nvPr/>
        </p:nvSpPr>
        <p:spPr>
          <a:xfrm>
            <a:off x="5633451" y="3213509"/>
            <a:ext cx="54900" cy="54900"/>
          </a:xfrm>
          <a:prstGeom prst="ellipse">
            <a:avLst/>
          </a:prstGeom>
          <a:solidFill>
            <a:srgbClr val="3B82C4"/>
          </a:solidFill>
          <a:ln>
            <a:noFill/>
          </a:ln>
        </p:spPr>
        <p:txBody>
          <a:bodyPr anchorCtr="0" anchor="ctr" bIns="61050" lIns="61050" spcFirstLastPara="1" rIns="61050" wrap="square" tIns="61050">
            <a:noAutofit/>
          </a:bodyPr>
          <a:lstStyle/>
          <a:p>
            <a:pPr indent="0" lvl="0" marL="0" rtl="0" algn="l">
              <a:spcBef>
                <a:spcPts val="0"/>
              </a:spcBef>
              <a:spcAft>
                <a:spcPts val="0"/>
              </a:spcAft>
              <a:buNone/>
            </a:pPr>
            <a:r>
              <a:t/>
            </a:r>
            <a:endParaRPr sz="2000"/>
          </a:p>
        </p:txBody>
      </p:sp>
      <p:sp>
        <p:nvSpPr>
          <p:cNvPr id="1431" name="Google Shape;1431;g3f6cc2b7739_0_31"/>
          <p:cNvSpPr/>
          <p:nvPr/>
        </p:nvSpPr>
        <p:spPr>
          <a:xfrm>
            <a:off x="5786077" y="3158564"/>
            <a:ext cx="2625000" cy="213600"/>
          </a:xfrm>
          <a:prstGeom prst="rect">
            <a:avLst/>
          </a:prstGeom>
          <a:noFill/>
          <a:ln>
            <a:noFill/>
          </a:ln>
        </p:spPr>
        <p:txBody>
          <a:bodyPr anchorCtr="0" anchor="ctr" bIns="30500" lIns="61050" spcFirstLastPara="1" rIns="61050" wrap="square" tIns="30500">
            <a:noAutofit/>
          </a:bodyPr>
          <a:lstStyle/>
          <a:p>
            <a:pPr indent="0" lvl="0" marL="0" marR="0" rtl="0" algn="l">
              <a:spcBef>
                <a:spcPts val="0"/>
              </a:spcBef>
              <a:spcAft>
                <a:spcPts val="0"/>
              </a:spcAft>
              <a:buClr>
                <a:srgbClr val="141B4D"/>
              </a:buClr>
              <a:buSzPts val="901"/>
              <a:buFont typeface="Calibri"/>
              <a:buNone/>
            </a:pPr>
            <a:r>
              <a:rPr b="0" i="0" lang="en" sz="1501" u="none" cap="none" strike="noStrike">
                <a:solidFill>
                  <a:srgbClr val="141B4D"/>
                </a:solidFill>
                <a:latin typeface="Calibri"/>
                <a:ea typeface="Calibri"/>
                <a:cs typeface="Calibri"/>
                <a:sym typeface="Calibri"/>
              </a:rPr>
              <a:t>Gender &amp; Age</a:t>
            </a:r>
            <a:endParaRPr b="0" i="0" sz="1501" u="none" cap="none" strike="noStrike">
              <a:solidFill>
                <a:srgbClr val="000000"/>
              </a:solidFill>
              <a:latin typeface="Calibri"/>
              <a:ea typeface="Calibri"/>
              <a:cs typeface="Calibri"/>
              <a:sym typeface="Calibri"/>
            </a:endParaRPr>
          </a:p>
        </p:txBody>
      </p:sp>
      <p:sp>
        <p:nvSpPr>
          <p:cNvPr id="1432" name="Google Shape;1432;g3f6cc2b7739_0_31"/>
          <p:cNvSpPr/>
          <p:nvPr/>
        </p:nvSpPr>
        <p:spPr>
          <a:xfrm>
            <a:off x="5633451" y="3555392"/>
            <a:ext cx="54900" cy="54900"/>
          </a:xfrm>
          <a:prstGeom prst="ellipse">
            <a:avLst/>
          </a:prstGeom>
          <a:solidFill>
            <a:srgbClr val="3B82C4"/>
          </a:solidFill>
          <a:ln>
            <a:noFill/>
          </a:ln>
        </p:spPr>
        <p:txBody>
          <a:bodyPr anchorCtr="0" anchor="ctr" bIns="61050" lIns="61050" spcFirstLastPara="1" rIns="61050" wrap="square" tIns="61050">
            <a:noAutofit/>
          </a:bodyPr>
          <a:lstStyle/>
          <a:p>
            <a:pPr indent="0" lvl="0" marL="0" rtl="0" algn="l">
              <a:spcBef>
                <a:spcPts val="0"/>
              </a:spcBef>
              <a:spcAft>
                <a:spcPts val="0"/>
              </a:spcAft>
              <a:buNone/>
            </a:pPr>
            <a:r>
              <a:t/>
            </a:r>
            <a:endParaRPr sz="2000"/>
          </a:p>
        </p:txBody>
      </p:sp>
      <p:sp>
        <p:nvSpPr>
          <p:cNvPr id="1433" name="Google Shape;1433;g3f6cc2b7739_0_31"/>
          <p:cNvSpPr/>
          <p:nvPr/>
        </p:nvSpPr>
        <p:spPr>
          <a:xfrm>
            <a:off x="5786077" y="3500447"/>
            <a:ext cx="2625000" cy="213600"/>
          </a:xfrm>
          <a:prstGeom prst="rect">
            <a:avLst/>
          </a:prstGeom>
          <a:noFill/>
          <a:ln>
            <a:noFill/>
          </a:ln>
        </p:spPr>
        <p:txBody>
          <a:bodyPr anchorCtr="0" anchor="ctr" bIns="30500" lIns="61050" spcFirstLastPara="1" rIns="61050" wrap="square" tIns="30500">
            <a:noAutofit/>
          </a:bodyPr>
          <a:lstStyle/>
          <a:p>
            <a:pPr indent="0" lvl="0" marL="0" marR="0" rtl="0" algn="l">
              <a:spcBef>
                <a:spcPts val="0"/>
              </a:spcBef>
              <a:spcAft>
                <a:spcPts val="0"/>
              </a:spcAft>
              <a:buClr>
                <a:srgbClr val="141B4D"/>
              </a:buClr>
              <a:buSzPts val="901"/>
              <a:buFont typeface="Calibri"/>
              <a:buNone/>
            </a:pPr>
            <a:r>
              <a:rPr b="0" i="0" lang="en" sz="1501" u="none" cap="none" strike="noStrike">
                <a:solidFill>
                  <a:srgbClr val="141B4D"/>
                </a:solidFill>
                <a:latin typeface="Calibri"/>
                <a:ea typeface="Calibri"/>
                <a:cs typeface="Calibri"/>
                <a:sym typeface="Calibri"/>
              </a:rPr>
              <a:t>Duration &amp; Destination</a:t>
            </a:r>
            <a:endParaRPr b="0" i="0" sz="1501" u="none" cap="none" strike="noStrike">
              <a:solidFill>
                <a:srgbClr val="000000"/>
              </a:solidFill>
              <a:latin typeface="Calibri"/>
              <a:ea typeface="Calibri"/>
              <a:cs typeface="Calibri"/>
              <a:sym typeface="Calibri"/>
            </a:endParaRPr>
          </a:p>
        </p:txBody>
      </p:sp>
      <p:sp>
        <p:nvSpPr>
          <p:cNvPr id="1434" name="Google Shape;1434;g3f6cc2b7739_0_31"/>
          <p:cNvSpPr/>
          <p:nvPr/>
        </p:nvSpPr>
        <p:spPr>
          <a:xfrm>
            <a:off x="5633451" y="3897275"/>
            <a:ext cx="54900" cy="54900"/>
          </a:xfrm>
          <a:prstGeom prst="ellipse">
            <a:avLst/>
          </a:prstGeom>
          <a:solidFill>
            <a:srgbClr val="3B82C4"/>
          </a:solidFill>
          <a:ln>
            <a:noFill/>
          </a:ln>
        </p:spPr>
        <p:txBody>
          <a:bodyPr anchorCtr="0" anchor="ctr" bIns="61050" lIns="61050" spcFirstLastPara="1" rIns="61050" wrap="square" tIns="61050">
            <a:noAutofit/>
          </a:bodyPr>
          <a:lstStyle/>
          <a:p>
            <a:pPr indent="0" lvl="0" marL="0" rtl="0" algn="l">
              <a:spcBef>
                <a:spcPts val="0"/>
              </a:spcBef>
              <a:spcAft>
                <a:spcPts val="0"/>
              </a:spcAft>
              <a:buNone/>
            </a:pPr>
            <a:r>
              <a:t/>
            </a:r>
            <a:endParaRPr sz="2000"/>
          </a:p>
        </p:txBody>
      </p:sp>
      <p:sp>
        <p:nvSpPr>
          <p:cNvPr id="1435" name="Google Shape;1435;g3f6cc2b7739_0_31"/>
          <p:cNvSpPr/>
          <p:nvPr/>
        </p:nvSpPr>
        <p:spPr>
          <a:xfrm>
            <a:off x="5786077" y="3842330"/>
            <a:ext cx="2625000" cy="213600"/>
          </a:xfrm>
          <a:prstGeom prst="rect">
            <a:avLst/>
          </a:prstGeom>
          <a:noFill/>
          <a:ln>
            <a:noFill/>
          </a:ln>
        </p:spPr>
        <p:txBody>
          <a:bodyPr anchorCtr="0" anchor="ctr" bIns="30500" lIns="61050" spcFirstLastPara="1" rIns="61050" wrap="square" tIns="30500">
            <a:noAutofit/>
          </a:bodyPr>
          <a:lstStyle/>
          <a:p>
            <a:pPr indent="0" lvl="0" marL="0" marR="0" rtl="0" algn="l">
              <a:spcBef>
                <a:spcPts val="0"/>
              </a:spcBef>
              <a:spcAft>
                <a:spcPts val="0"/>
              </a:spcAft>
              <a:buClr>
                <a:srgbClr val="141B4D"/>
              </a:buClr>
              <a:buSzPts val="901"/>
              <a:buFont typeface="Calibri"/>
              <a:buNone/>
            </a:pPr>
            <a:r>
              <a:rPr b="0" i="0" lang="en" sz="1501" u="none" cap="none" strike="noStrike">
                <a:solidFill>
                  <a:srgbClr val="141B4D"/>
                </a:solidFill>
                <a:latin typeface="Calibri"/>
                <a:ea typeface="Calibri"/>
                <a:cs typeface="Calibri"/>
                <a:sym typeface="Calibri"/>
              </a:rPr>
              <a:t>Net Sales &amp; Commission</a:t>
            </a:r>
            <a:endParaRPr b="0" i="0" sz="1501" u="none" cap="none" strike="noStrike">
              <a:solidFill>
                <a:srgbClr val="000000"/>
              </a:solidFill>
              <a:latin typeface="Calibri"/>
              <a:ea typeface="Calibri"/>
              <a:cs typeface="Calibri"/>
              <a:sym typeface="Calibri"/>
            </a:endParaRPr>
          </a:p>
        </p:txBody>
      </p:sp>
      <p:sp>
        <p:nvSpPr>
          <p:cNvPr id="1436" name="Google Shape;1436;g3f6cc2b7739_0_31"/>
          <p:cNvSpPr/>
          <p:nvPr/>
        </p:nvSpPr>
        <p:spPr>
          <a:xfrm>
            <a:off x="5633451" y="4239158"/>
            <a:ext cx="54900" cy="54900"/>
          </a:xfrm>
          <a:prstGeom prst="ellipse">
            <a:avLst/>
          </a:prstGeom>
          <a:solidFill>
            <a:srgbClr val="3B82C4"/>
          </a:solidFill>
          <a:ln>
            <a:noFill/>
          </a:ln>
        </p:spPr>
        <p:txBody>
          <a:bodyPr anchorCtr="0" anchor="ctr" bIns="61050" lIns="61050" spcFirstLastPara="1" rIns="61050" wrap="square" tIns="61050">
            <a:noAutofit/>
          </a:bodyPr>
          <a:lstStyle/>
          <a:p>
            <a:pPr indent="0" lvl="0" marL="0" rtl="0" algn="l">
              <a:spcBef>
                <a:spcPts val="0"/>
              </a:spcBef>
              <a:spcAft>
                <a:spcPts val="0"/>
              </a:spcAft>
              <a:buNone/>
            </a:pPr>
            <a:r>
              <a:t/>
            </a:r>
            <a:endParaRPr sz="2000"/>
          </a:p>
        </p:txBody>
      </p:sp>
      <p:sp>
        <p:nvSpPr>
          <p:cNvPr id="1437" name="Google Shape;1437;g3f6cc2b7739_0_31"/>
          <p:cNvSpPr/>
          <p:nvPr/>
        </p:nvSpPr>
        <p:spPr>
          <a:xfrm>
            <a:off x="5786077" y="4184213"/>
            <a:ext cx="2625000" cy="213600"/>
          </a:xfrm>
          <a:prstGeom prst="rect">
            <a:avLst/>
          </a:prstGeom>
          <a:noFill/>
          <a:ln>
            <a:noFill/>
          </a:ln>
        </p:spPr>
        <p:txBody>
          <a:bodyPr anchorCtr="0" anchor="ctr" bIns="30500" lIns="61050" spcFirstLastPara="1" rIns="61050" wrap="square" tIns="30500">
            <a:noAutofit/>
          </a:bodyPr>
          <a:lstStyle/>
          <a:p>
            <a:pPr indent="0" lvl="0" marL="0" marR="0" rtl="0" algn="l">
              <a:spcBef>
                <a:spcPts val="0"/>
              </a:spcBef>
              <a:spcAft>
                <a:spcPts val="0"/>
              </a:spcAft>
              <a:buClr>
                <a:srgbClr val="141B4D"/>
              </a:buClr>
              <a:buSzPts val="901"/>
              <a:buFont typeface="Calibri"/>
              <a:buNone/>
            </a:pPr>
            <a:r>
              <a:rPr b="0" i="0" lang="en" sz="1501" u="none" cap="none" strike="noStrike">
                <a:solidFill>
                  <a:srgbClr val="141B4D"/>
                </a:solidFill>
                <a:latin typeface="Calibri"/>
                <a:ea typeface="Calibri"/>
                <a:cs typeface="Calibri"/>
                <a:sym typeface="Calibri"/>
              </a:rPr>
              <a:t>Status Claim</a:t>
            </a:r>
            <a:endParaRPr b="0" i="0" sz="1501" u="none" cap="none" strike="noStrike">
              <a:solidFill>
                <a:srgbClr val="000000"/>
              </a:solidFill>
              <a:latin typeface="Calibri"/>
              <a:ea typeface="Calibri"/>
              <a:cs typeface="Calibri"/>
              <a:sym typeface="Calibri"/>
            </a:endParaRPr>
          </a:p>
        </p:txBody>
      </p:sp>
      <p:sp>
        <p:nvSpPr>
          <p:cNvPr id="1438" name="Google Shape;1438;g3f6cc2b7739_0_31"/>
          <p:cNvSpPr/>
          <p:nvPr/>
        </p:nvSpPr>
        <p:spPr>
          <a:xfrm>
            <a:off x="8002199" y="4910714"/>
            <a:ext cx="610500" cy="183000"/>
          </a:xfrm>
          <a:prstGeom prst="rect">
            <a:avLst/>
          </a:prstGeom>
          <a:noFill/>
          <a:ln>
            <a:noFill/>
          </a:ln>
        </p:spPr>
        <p:txBody>
          <a:bodyPr anchorCtr="0" anchor="ctr" bIns="30500" lIns="61050" spcFirstLastPara="1" rIns="61050" wrap="square" tIns="30500">
            <a:noAutofit/>
          </a:bodyPr>
          <a:lstStyle/>
          <a:p>
            <a:pPr indent="0" lvl="0" marL="0" marR="0" rtl="0" algn="r">
              <a:spcBef>
                <a:spcPts val="0"/>
              </a:spcBef>
              <a:spcAft>
                <a:spcPts val="0"/>
              </a:spcAft>
              <a:buClr>
                <a:srgbClr val="9AA3B2"/>
              </a:buClr>
              <a:buSzPts val="601"/>
              <a:buFont typeface="Calibri"/>
              <a:buNone/>
            </a:pPr>
            <a:r>
              <a:rPr b="0" i="0" lang="en" sz="1201" u="none" cap="none" strike="noStrike">
                <a:solidFill>
                  <a:srgbClr val="9AA3B2"/>
                </a:solidFill>
                <a:latin typeface="Calibri"/>
                <a:ea typeface="Calibri"/>
                <a:cs typeface="Calibri"/>
                <a:sym typeface="Calibri"/>
              </a:rPr>
              <a:t>2</a:t>
            </a:r>
            <a:endParaRPr b="0" i="0" sz="1201"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2" name="Shape 1442"/>
        <p:cNvGrpSpPr/>
        <p:nvPr/>
      </p:nvGrpSpPr>
      <p:grpSpPr>
        <a:xfrm>
          <a:off x="0" y="0"/>
          <a:ext cx="0" cy="0"/>
          <a:chOff x="0" y="0"/>
          <a:chExt cx="0" cy="0"/>
        </a:xfrm>
      </p:grpSpPr>
      <p:sp>
        <p:nvSpPr>
          <p:cNvPr id="1443" name="Google Shape;1443;g3f6cc2b7739_0_72"/>
          <p:cNvSpPr txBox="1"/>
          <p:nvPr/>
        </p:nvSpPr>
        <p:spPr>
          <a:xfrm>
            <a:off x="567100" y="984125"/>
            <a:ext cx="2018100" cy="1366500"/>
          </a:xfrm>
          <a:prstGeom prst="rect">
            <a:avLst/>
          </a:prstGeom>
          <a:noFill/>
          <a:ln>
            <a:noFill/>
          </a:ln>
        </p:spPr>
        <p:txBody>
          <a:bodyPr anchorCtr="0" anchor="t" bIns="30725" lIns="61500" spcFirstLastPara="1" rIns="61500" wrap="square" tIns="30725">
            <a:spAutoFit/>
          </a:bodyPr>
          <a:lstStyle/>
          <a:p>
            <a:pPr indent="0" lvl="0" marL="0" marR="0" rtl="0" algn="l">
              <a:spcBef>
                <a:spcPts val="0"/>
              </a:spcBef>
              <a:spcAft>
                <a:spcPts val="0"/>
              </a:spcAft>
              <a:buNone/>
            </a:pPr>
            <a:r>
              <a:rPr b="1" i="0" lang="en" sz="1412" u="none" cap="none" strike="noStrike">
                <a:solidFill>
                  <a:srgbClr val="2D3052"/>
                </a:solidFill>
                <a:latin typeface="Arial"/>
                <a:ea typeface="Arial"/>
                <a:cs typeface="Arial"/>
                <a:sym typeface="Arial"/>
              </a:rPr>
              <a:t>Perusahaan perlu memahami dan mengantisipasi potensi klaim pada transaksi Travel Insurance.</a:t>
            </a:r>
            <a:endParaRPr sz="942"/>
          </a:p>
        </p:txBody>
      </p:sp>
      <p:sp>
        <p:nvSpPr>
          <p:cNvPr id="1444" name="Google Shape;1444;g3f6cc2b7739_0_72"/>
          <p:cNvSpPr/>
          <p:nvPr/>
        </p:nvSpPr>
        <p:spPr>
          <a:xfrm>
            <a:off x="2759626" y="873425"/>
            <a:ext cx="1839900" cy="768900"/>
          </a:xfrm>
          <a:prstGeom prst="roundRect">
            <a:avLst>
              <a:gd fmla="val 16667" name="adj"/>
            </a:avLst>
          </a:prstGeom>
          <a:solidFill>
            <a:srgbClr val="FFFFFF"/>
          </a:solidFill>
          <a:ln cap="flat" cmpd="sng" w="6425">
            <a:solidFill>
              <a:srgbClr val="DCE0E6"/>
            </a:solidFill>
            <a:prstDash val="solid"/>
            <a:round/>
            <a:headEnd len="sm" w="sm" type="none"/>
            <a:tailEnd len="sm" w="sm" type="none"/>
          </a:ln>
          <a:effectLst>
            <a:outerShdw blurRad="26903" rotWithShape="0" dir="5400000" dist="15469">
              <a:srgbClr val="000000">
                <a:alpha val="34900"/>
              </a:srgbClr>
            </a:outerShdw>
          </a:effectLst>
        </p:spPr>
        <p:txBody>
          <a:bodyPr anchorCtr="0" anchor="ctr" bIns="30725" lIns="61500" spcFirstLastPara="1" rIns="61500" wrap="square" tIns="30725">
            <a:noAutofit/>
          </a:bodyPr>
          <a:lstStyle/>
          <a:p>
            <a:pPr indent="0" lvl="0" marL="0" marR="0" rtl="0" algn="ctr">
              <a:spcBef>
                <a:spcPts val="0"/>
              </a:spcBef>
              <a:spcAft>
                <a:spcPts val="0"/>
              </a:spcAft>
              <a:buNone/>
            </a:pPr>
            <a:r>
              <a:t/>
            </a:r>
            <a:endParaRPr b="0" i="0" sz="1211" u="none" cap="none" strike="noStrike">
              <a:solidFill>
                <a:srgbClr val="000000"/>
              </a:solidFill>
              <a:latin typeface="Calibri"/>
              <a:ea typeface="Calibri"/>
              <a:cs typeface="Calibri"/>
              <a:sym typeface="Calibri"/>
            </a:endParaRPr>
          </a:p>
        </p:txBody>
      </p:sp>
      <p:sp>
        <p:nvSpPr>
          <p:cNvPr id="1445" name="Google Shape;1445;g3f6cc2b7739_0_72"/>
          <p:cNvSpPr txBox="1"/>
          <p:nvPr/>
        </p:nvSpPr>
        <p:spPr>
          <a:xfrm>
            <a:off x="2759626" y="984125"/>
            <a:ext cx="1839900" cy="300300"/>
          </a:xfrm>
          <a:prstGeom prst="rect">
            <a:avLst/>
          </a:prstGeom>
          <a:noFill/>
          <a:ln>
            <a:noFill/>
          </a:ln>
        </p:spPr>
        <p:txBody>
          <a:bodyPr anchorCtr="0" anchor="t" bIns="30725" lIns="61500" spcFirstLastPara="1" rIns="61500" wrap="square" tIns="30725">
            <a:spAutoFit/>
          </a:bodyPr>
          <a:lstStyle/>
          <a:p>
            <a:pPr indent="0" lvl="0" marL="0" marR="0" rtl="0" algn="ctr">
              <a:spcBef>
                <a:spcPts val="0"/>
              </a:spcBef>
              <a:spcAft>
                <a:spcPts val="0"/>
              </a:spcAft>
              <a:buNone/>
            </a:pPr>
            <a:r>
              <a:rPr b="1" i="0" lang="en" sz="1547" u="none" cap="none" strike="noStrike">
                <a:solidFill>
                  <a:srgbClr val="2D3052"/>
                </a:solidFill>
                <a:latin typeface="Arial"/>
                <a:ea typeface="Arial"/>
                <a:cs typeface="Arial"/>
                <a:sym typeface="Arial"/>
              </a:rPr>
              <a:t>44,328</a:t>
            </a:r>
            <a:endParaRPr sz="942"/>
          </a:p>
        </p:txBody>
      </p:sp>
      <p:sp>
        <p:nvSpPr>
          <p:cNvPr id="1446" name="Google Shape;1446;g3f6cc2b7739_0_72"/>
          <p:cNvSpPr txBox="1"/>
          <p:nvPr/>
        </p:nvSpPr>
        <p:spPr>
          <a:xfrm>
            <a:off x="2845212" y="1316226"/>
            <a:ext cx="1669200" cy="170700"/>
          </a:xfrm>
          <a:prstGeom prst="rect">
            <a:avLst/>
          </a:prstGeom>
          <a:noFill/>
          <a:ln>
            <a:noFill/>
          </a:ln>
        </p:spPr>
        <p:txBody>
          <a:bodyPr anchorCtr="0" anchor="t" bIns="30725" lIns="61500" spcFirstLastPara="1" rIns="61500" wrap="square" tIns="30725">
            <a:spAutoFit/>
          </a:bodyPr>
          <a:lstStyle/>
          <a:p>
            <a:pPr indent="0" lvl="0" marL="0" marR="0" rtl="0" algn="ctr">
              <a:spcBef>
                <a:spcPts val="0"/>
              </a:spcBef>
              <a:spcAft>
                <a:spcPts val="0"/>
              </a:spcAft>
              <a:buNone/>
            </a:pPr>
            <a:r>
              <a:rPr b="0" i="0" lang="en" sz="706" u="none" cap="none" strike="noStrike">
                <a:solidFill>
                  <a:srgbClr val="696C7D"/>
                </a:solidFill>
                <a:latin typeface="Arial"/>
                <a:ea typeface="Arial"/>
                <a:cs typeface="Arial"/>
                <a:sym typeface="Arial"/>
              </a:rPr>
              <a:t>Data awal</a:t>
            </a:r>
            <a:endParaRPr sz="942"/>
          </a:p>
        </p:txBody>
      </p:sp>
      <p:sp>
        <p:nvSpPr>
          <p:cNvPr id="1447" name="Google Shape;1447;g3f6cc2b7739_0_72"/>
          <p:cNvSpPr/>
          <p:nvPr/>
        </p:nvSpPr>
        <p:spPr>
          <a:xfrm>
            <a:off x="4813694" y="873425"/>
            <a:ext cx="1839900" cy="768900"/>
          </a:xfrm>
          <a:prstGeom prst="roundRect">
            <a:avLst>
              <a:gd fmla="val 16667" name="adj"/>
            </a:avLst>
          </a:prstGeom>
          <a:solidFill>
            <a:srgbClr val="FFFFFF"/>
          </a:solidFill>
          <a:ln cap="flat" cmpd="sng" w="6425">
            <a:solidFill>
              <a:srgbClr val="DCE0E6"/>
            </a:solidFill>
            <a:prstDash val="solid"/>
            <a:round/>
            <a:headEnd len="sm" w="sm" type="none"/>
            <a:tailEnd len="sm" w="sm" type="none"/>
          </a:ln>
          <a:effectLst>
            <a:outerShdw blurRad="26903" rotWithShape="0" dir="5400000" dist="15469">
              <a:srgbClr val="000000">
                <a:alpha val="34900"/>
              </a:srgbClr>
            </a:outerShdw>
          </a:effectLst>
        </p:spPr>
        <p:txBody>
          <a:bodyPr anchorCtr="0" anchor="ctr" bIns="30725" lIns="61500" spcFirstLastPara="1" rIns="61500" wrap="square" tIns="30725">
            <a:noAutofit/>
          </a:bodyPr>
          <a:lstStyle/>
          <a:p>
            <a:pPr indent="0" lvl="0" marL="0" marR="0" rtl="0" algn="ctr">
              <a:spcBef>
                <a:spcPts val="0"/>
              </a:spcBef>
              <a:spcAft>
                <a:spcPts val="0"/>
              </a:spcAft>
              <a:buNone/>
            </a:pPr>
            <a:r>
              <a:t/>
            </a:r>
            <a:endParaRPr b="0" i="0" sz="1211" u="none" cap="none" strike="noStrike">
              <a:solidFill>
                <a:srgbClr val="000000"/>
              </a:solidFill>
              <a:latin typeface="Calibri"/>
              <a:ea typeface="Calibri"/>
              <a:cs typeface="Calibri"/>
              <a:sym typeface="Calibri"/>
            </a:endParaRPr>
          </a:p>
        </p:txBody>
      </p:sp>
      <p:sp>
        <p:nvSpPr>
          <p:cNvPr id="1448" name="Google Shape;1448;g3f6cc2b7739_0_72"/>
          <p:cNvSpPr txBox="1"/>
          <p:nvPr/>
        </p:nvSpPr>
        <p:spPr>
          <a:xfrm>
            <a:off x="4813694" y="984125"/>
            <a:ext cx="1839900" cy="300300"/>
          </a:xfrm>
          <a:prstGeom prst="rect">
            <a:avLst/>
          </a:prstGeom>
          <a:noFill/>
          <a:ln>
            <a:noFill/>
          </a:ln>
        </p:spPr>
        <p:txBody>
          <a:bodyPr anchorCtr="0" anchor="t" bIns="30725" lIns="61500" spcFirstLastPara="1" rIns="61500" wrap="square" tIns="30725">
            <a:spAutoFit/>
          </a:bodyPr>
          <a:lstStyle/>
          <a:p>
            <a:pPr indent="0" lvl="0" marL="0" marR="0" rtl="0" algn="ctr">
              <a:spcBef>
                <a:spcPts val="0"/>
              </a:spcBef>
              <a:spcAft>
                <a:spcPts val="0"/>
              </a:spcAft>
              <a:buNone/>
            </a:pPr>
            <a:r>
              <a:rPr b="1" i="0" lang="en" sz="1547" u="none" cap="none" strike="noStrike">
                <a:solidFill>
                  <a:srgbClr val="2D3052"/>
                </a:solidFill>
                <a:latin typeface="Arial"/>
                <a:ea typeface="Arial"/>
                <a:cs typeface="Arial"/>
                <a:sym typeface="Arial"/>
              </a:rPr>
              <a:t>39,661</a:t>
            </a:r>
            <a:endParaRPr sz="942"/>
          </a:p>
        </p:txBody>
      </p:sp>
      <p:sp>
        <p:nvSpPr>
          <p:cNvPr id="1449" name="Google Shape;1449;g3f6cc2b7739_0_72"/>
          <p:cNvSpPr txBox="1"/>
          <p:nvPr/>
        </p:nvSpPr>
        <p:spPr>
          <a:xfrm>
            <a:off x="4899280" y="1316226"/>
            <a:ext cx="1669200" cy="170700"/>
          </a:xfrm>
          <a:prstGeom prst="rect">
            <a:avLst/>
          </a:prstGeom>
          <a:noFill/>
          <a:ln>
            <a:noFill/>
          </a:ln>
        </p:spPr>
        <p:txBody>
          <a:bodyPr anchorCtr="0" anchor="t" bIns="30725" lIns="61500" spcFirstLastPara="1" rIns="61500" wrap="square" tIns="30725">
            <a:spAutoFit/>
          </a:bodyPr>
          <a:lstStyle/>
          <a:p>
            <a:pPr indent="0" lvl="0" marL="0" marR="0" rtl="0" algn="ctr">
              <a:spcBef>
                <a:spcPts val="0"/>
              </a:spcBef>
              <a:spcAft>
                <a:spcPts val="0"/>
              </a:spcAft>
              <a:buNone/>
            </a:pPr>
            <a:r>
              <a:rPr b="0" i="0" lang="en" sz="706" u="none" cap="none" strike="noStrike">
                <a:solidFill>
                  <a:srgbClr val="696C7D"/>
                </a:solidFill>
                <a:latin typeface="Arial"/>
                <a:ea typeface="Arial"/>
                <a:cs typeface="Arial"/>
                <a:sym typeface="Arial"/>
              </a:rPr>
              <a:t>Data setelah deduplikasi</a:t>
            </a:r>
            <a:endParaRPr sz="942"/>
          </a:p>
        </p:txBody>
      </p:sp>
      <p:sp>
        <p:nvSpPr>
          <p:cNvPr id="1450" name="Google Shape;1450;g3f6cc2b7739_0_72"/>
          <p:cNvSpPr/>
          <p:nvPr/>
        </p:nvSpPr>
        <p:spPr>
          <a:xfrm>
            <a:off x="2759626" y="1795927"/>
            <a:ext cx="1839900" cy="768900"/>
          </a:xfrm>
          <a:prstGeom prst="roundRect">
            <a:avLst>
              <a:gd fmla="val 16667" name="adj"/>
            </a:avLst>
          </a:prstGeom>
          <a:solidFill>
            <a:srgbClr val="FFFFFF"/>
          </a:solidFill>
          <a:ln cap="flat" cmpd="sng" w="6425">
            <a:solidFill>
              <a:srgbClr val="DCE0E6"/>
            </a:solidFill>
            <a:prstDash val="solid"/>
            <a:round/>
            <a:headEnd len="sm" w="sm" type="none"/>
            <a:tailEnd len="sm" w="sm" type="none"/>
          </a:ln>
          <a:effectLst>
            <a:outerShdw blurRad="26903" rotWithShape="0" dir="5400000" dist="15469">
              <a:srgbClr val="000000">
                <a:alpha val="34900"/>
              </a:srgbClr>
            </a:outerShdw>
          </a:effectLst>
        </p:spPr>
        <p:txBody>
          <a:bodyPr anchorCtr="0" anchor="ctr" bIns="30725" lIns="61500" spcFirstLastPara="1" rIns="61500" wrap="square" tIns="30725">
            <a:noAutofit/>
          </a:bodyPr>
          <a:lstStyle/>
          <a:p>
            <a:pPr indent="0" lvl="0" marL="0" marR="0" rtl="0" algn="ctr">
              <a:spcBef>
                <a:spcPts val="0"/>
              </a:spcBef>
              <a:spcAft>
                <a:spcPts val="0"/>
              </a:spcAft>
              <a:buNone/>
            </a:pPr>
            <a:r>
              <a:t/>
            </a:r>
            <a:endParaRPr b="0" i="0" sz="1211" u="none" cap="none" strike="noStrike">
              <a:solidFill>
                <a:srgbClr val="000000"/>
              </a:solidFill>
              <a:latin typeface="Calibri"/>
              <a:ea typeface="Calibri"/>
              <a:cs typeface="Calibri"/>
              <a:sym typeface="Calibri"/>
            </a:endParaRPr>
          </a:p>
        </p:txBody>
      </p:sp>
      <p:sp>
        <p:nvSpPr>
          <p:cNvPr id="1451" name="Google Shape;1451;g3f6cc2b7739_0_72"/>
          <p:cNvSpPr txBox="1"/>
          <p:nvPr/>
        </p:nvSpPr>
        <p:spPr>
          <a:xfrm>
            <a:off x="2759626" y="1906627"/>
            <a:ext cx="1839900" cy="300300"/>
          </a:xfrm>
          <a:prstGeom prst="rect">
            <a:avLst/>
          </a:prstGeom>
          <a:noFill/>
          <a:ln>
            <a:noFill/>
          </a:ln>
        </p:spPr>
        <p:txBody>
          <a:bodyPr anchorCtr="0" anchor="t" bIns="30725" lIns="61500" spcFirstLastPara="1" rIns="61500" wrap="square" tIns="30725">
            <a:spAutoFit/>
          </a:bodyPr>
          <a:lstStyle/>
          <a:p>
            <a:pPr indent="0" lvl="0" marL="0" marR="0" rtl="0" algn="ctr">
              <a:spcBef>
                <a:spcPts val="0"/>
              </a:spcBef>
              <a:spcAft>
                <a:spcPts val="0"/>
              </a:spcAft>
              <a:buNone/>
            </a:pPr>
            <a:r>
              <a:rPr b="1" i="0" lang="en" sz="1547" u="none" cap="none" strike="noStrike">
                <a:solidFill>
                  <a:srgbClr val="2D3052"/>
                </a:solidFill>
                <a:latin typeface="Arial"/>
                <a:ea typeface="Arial"/>
                <a:cs typeface="Arial"/>
                <a:sym typeface="Arial"/>
              </a:rPr>
              <a:t>11</a:t>
            </a:r>
            <a:endParaRPr sz="942"/>
          </a:p>
        </p:txBody>
      </p:sp>
      <p:sp>
        <p:nvSpPr>
          <p:cNvPr id="1452" name="Google Shape;1452;g3f6cc2b7739_0_72"/>
          <p:cNvSpPr txBox="1"/>
          <p:nvPr/>
        </p:nvSpPr>
        <p:spPr>
          <a:xfrm>
            <a:off x="2845212" y="2238728"/>
            <a:ext cx="1669200" cy="170700"/>
          </a:xfrm>
          <a:prstGeom prst="rect">
            <a:avLst/>
          </a:prstGeom>
          <a:noFill/>
          <a:ln>
            <a:noFill/>
          </a:ln>
        </p:spPr>
        <p:txBody>
          <a:bodyPr anchorCtr="0" anchor="t" bIns="30725" lIns="61500" spcFirstLastPara="1" rIns="61500" wrap="square" tIns="30725">
            <a:spAutoFit/>
          </a:bodyPr>
          <a:lstStyle/>
          <a:p>
            <a:pPr indent="0" lvl="0" marL="0" marR="0" rtl="0" algn="ctr">
              <a:spcBef>
                <a:spcPts val="0"/>
              </a:spcBef>
              <a:spcAft>
                <a:spcPts val="0"/>
              </a:spcAft>
              <a:buNone/>
            </a:pPr>
            <a:r>
              <a:rPr b="0" i="0" lang="en" sz="706" u="none" cap="none" strike="noStrike">
                <a:solidFill>
                  <a:srgbClr val="696C7D"/>
                </a:solidFill>
                <a:latin typeface="Arial"/>
                <a:ea typeface="Arial"/>
                <a:cs typeface="Arial"/>
                <a:sym typeface="Arial"/>
              </a:rPr>
              <a:t>Variabel</a:t>
            </a:r>
            <a:endParaRPr sz="942"/>
          </a:p>
        </p:txBody>
      </p:sp>
      <p:sp>
        <p:nvSpPr>
          <p:cNvPr id="1453" name="Google Shape;1453;g3f6cc2b7739_0_72"/>
          <p:cNvSpPr/>
          <p:nvPr/>
        </p:nvSpPr>
        <p:spPr>
          <a:xfrm>
            <a:off x="4813694" y="1795927"/>
            <a:ext cx="1839900" cy="768900"/>
          </a:xfrm>
          <a:prstGeom prst="roundRect">
            <a:avLst>
              <a:gd fmla="val 16667" name="adj"/>
            </a:avLst>
          </a:prstGeom>
          <a:solidFill>
            <a:srgbClr val="FFFFFF"/>
          </a:solidFill>
          <a:ln cap="flat" cmpd="sng" w="6425">
            <a:solidFill>
              <a:srgbClr val="DCE0E6"/>
            </a:solidFill>
            <a:prstDash val="solid"/>
            <a:round/>
            <a:headEnd len="sm" w="sm" type="none"/>
            <a:tailEnd len="sm" w="sm" type="none"/>
          </a:ln>
          <a:effectLst>
            <a:outerShdw blurRad="26903" rotWithShape="0" dir="5400000" dist="15469">
              <a:srgbClr val="000000">
                <a:alpha val="34900"/>
              </a:srgbClr>
            </a:outerShdw>
          </a:effectLst>
        </p:spPr>
        <p:txBody>
          <a:bodyPr anchorCtr="0" anchor="ctr" bIns="30725" lIns="61500" spcFirstLastPara="1" rIns="61500" wrap="square" tIns="30725">
            <a:noAutofit/>
          </a:bodyPr>
          <a:lstStyle/>
          <a:p>
            <a:pPr indent="0" lvl="0" marL="0" marR="0" rtl="0" algn="ctr">
              <a:spcBef>
                <a:spcPts val="0"/>
              </a:spcBef>
              <a:spcAft>
                <a:spcPts val="0"/>
              </a:spcAft>
              <a:buNone/>
            </a:pPr>
            <a:r>
              <a:t/>
            </a:r>
            <a:endParaRPr b="0" i="0" sz="1211" u="none" cap="none" strike="noStrike">
              <a:solidFill>
                <a:srgbClr val="000000"/>
              </a:solidFill>
              <a:latin typeface="Calibri"/>
              <a:ea typeface="Calibri"/>
              <a:cs typeface="Calibri"/>
              <a:sym typeface="Calibri"/>
            </a:endParaRPr>
          </a:p>
        </p:txBody>
      </p:sp>
      <p:sp>
        <p:nvSpPr>
          <p:cNvPr id="1454" name="Google Shape;1454;g3f6cc2b7739_0_72"/>
          <p:cNvSpPr txBox="1"/>
          <p:nvPr/>
        </p:nvSpPr>
        <p:spPr>
          <a:xfrm>
            <a:off x="4813694" y="1906627"/>
            <a:ext cx="1839900" cy="300300"/>
          </a:xfrm>
          <a:prstGeom prst="rect">
            <a:avLst/>
          </a:prstGeom>
          <a:noFill/>
          <a:ln>
            <a:noFill/>
          </a:ln>
        </p:spPr>
        <p:txBody>
          <a:bodyPr anchorCtr="0" anchor="t" bIns="30725" lIns="61500" spcFirstLastPara="1" rIns="61500" wrap="square" tIns="30725">
            <a:spAutoFit/>
          </a:bodyPr>
          <a:lstStyle/>
          <a:p>
            <a:pPr indent="0" lvl="0" marL="0" marR="0" rtl="0" algn="ctr">
              <a:spcBef>
                <a:spcPts val="0"/>
              </a:spcBef>
              <a:spcAft>
                <a:spcPts val="0"/>
              </a:spcAft>
              <a:buNone/>
            </a:pPr>
            <a:r>
              <a:rPr b="1" i="0" lang="en" sz="1547" u="none" cap="none" strike="noStrike">
                <a:solidFill>
                  <a:srgbClr val="2D3052"/>
                </a:solidFill>
                <a:latin typeface="Arial"/>
                <a:ea typeface="Arial"/>
                <a:cs typeface="Arial"/>
                <a:sym typeface="Arial"/>
              </a:rPr>
              <a:t>1.70%</a:t>
            </a:r>
            <a:endParaRPr sz="942"/>
          </a:p>
        </p:txBody>
      </p:sp>
      <p:sp>
        <p:nvSpPr>
          <p:cNvPr id="1455" name="Google Shape;1455;g3f6cc2b7739_0_72"/>
          <p:cNvSpPr txBox="1"/>
          <p:nvPr/>
        </p:nvSpPr>
        <p:spPr>
          <a:xfrm>
            <a:off x="4899280" y="2238728"/>
            <a:ext cx="1669200" cy="170700"/>
          </a:xfrm>
          <a:prstGeom prst="rect">
            <a:avLst/>
          </a:prstGeom>
          <a:noFill/>
          <a:ln>
            <a:noFill/>
          </a:ln>
        </p:spPr>
        <p:txBody>
          <a:bodyPr anchorCtr="0" anchor="t" bIns="30725" lIns="61500" spcFirstLastPara="1" rIns="61500" wrap="square" tIns="30725">
            <a:spAutoFit/>
          </a:bodyPr>
          <a:lstStyle/>
          <a:p>
            <a:pPr indent="0" lvl="0" marL="0" marR="0" rtl="0" algn="ctr">
              <a:spcBef>
                <a:spcPts val="0"/>
              </a:spcBef>
              <a:spcAft>
                <a:spcPts val="0"/>
              </a:spcAft>
              <a:buNone/>
            </a:pPr>
            <a:r>
              <a:rPr b="0" i="0" lang="en" sz="706" u="none" cap="none" strike="noStrike">
                <a:solidFill>
                  <a:srgbClr val="696C7D"/>
                </a:solidFill>
                <a:latin typeface="Arial"/>
                <a:ea typeface="Arial"/>
                <a:cs typeface="Arial"/>
                <a:sym typeface="Arial"/>
              </a:rPr>
              <a:t>Claim rate</a:t>
            </a:r>
            <a:endParaRPr sz="942"/>
          </a:p>
        </p:txBody>
      </p:sp>
      <p:pic>
        <p:nvPicPr>
          <p:cNvPr descr="claim_distribution.png" id="1456" name="Google Shape;1456;g3f6cc2b7739_0_72"/>
          <p:cNvPicPr preferRelativeResize="0"/>
          <p:nvPr/>
        </p:nvPicPr>
        <p:blipFill rotWithShape="1">
          <a:blip r:embed="rId3">
            <a:alphaModFix/>
          </a:blip>
          <a:srcRect b="0" l="0" r="0" t="0"/>
          <a:stretch/>
        </p:blipFill>
        <p:spPr>
          <a:xfrm>
            <a:off x="2585200" y="2850675"/>
            <a:ext cx="4688300" cy="2010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0" name="Shape 1460"/>
        <p:cNvGrpSpPr/>
        <p:nvPr/>
      </p:nvGrpSpPr>
      <p:grpSpPr>
        <a:xfrm>
          <a:off x="0" y="0"/>
          <a:ext cx="0" cy="0"/>
          <a:chOff x="0" y="0"/>
          <a:chExt cx="0" cy="0"/>
        </a:xfrm>
      </p:grpSpPr>
      <p:sp>
        <p:nvSpPr>
          <p:cNvPr id="1461" name="Google Shape;1461;p11"/>
          <p:cNvSpPr txBox="1"/>
          <p:nvPr>
            <p:ph type="title"/>
          </p:nvPr>
        </p:nvSpPr>
        <p:spPr>
          <a:xfrm>
            <a:off x="4757275" y="1534500"/>
            <a:ext cx="3673200" cy="1533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800"/>
              <a:buNone/>
            </a:pPr>
            <a:r>
              <a:rPr lang="en"/>
              <a:t>02</a:t>
            </a:r>
            <a:endParaRPr/>
          </a:p>
          <a:p>
            <a:pPr indent="0" lvl="0" marL="0" rtl="0" algn="l">
              <a:lnSpc>
                <a:spcPct val="100000"/>
              </a:lnSpc>
              <a:spcBef>
                <a:spcPts val="0"/>
              </a:spcBef>
              <a:spcAft>
                <a:spcPts val="0"/>
              </a:spcAft>
              <a:buSzPts val="4800"/>
              <a:buNone/>
            </a:pPr>
            <a:r>
              <a:rPr lang="en" sz="2900"/>
              <a:t>Tujuan Analisis</a:t>
            </a:r>
            <a:endParaRPr sz="2900"/>
          </a:p>
        </p:txBody>
      </p:sp>
      <p:pic>
        <p:nvPicPr>
          <p:cNvPr id="1462" name="Google Shape;1462;p11"/>
          <p:cNvPicPr preferRelativeResize="0"/>
          <p:nvPr>
            <p:ph idx="2" type="pic"/>
          </p:nvPr>
        </p:nvPicPr>
        <p:blipFill rotWithShape="1">
          <a:blip r:embed="rId3">
            <a:alphaModFix/>
          </a:blip>
          <a:srcRect b="0" l="16118" r="11831" t="0"/>
          <a:stretch/>
        </p:blipFill>
        <p:spPr>
          <a:xfrm>
            <a:off x="713225" y="785250"/>
            <a:ext cx="3858602" cy="3572999"/>
          </a:xfrm>
          <a:prstGeom prst="rect">
            <a:avLst/>
          </a:prstGeom>
          <a:noFill/>
          <a:ln cap="flat" cmpd="sng" w="9525">
            <a:solidFill>
              <a:schemeClr val="dk2"/>
            </a:solidFill>
            <a:prstDash val="solid"/>
            <a:round/>
            <a:headEnd len="sm" w="sm" type="none"/>
            <a:tailEnd len="sm" w="sm" type="none"/>
          </a:ln>
        </p:spPr>
      </p:pic>
      <p:sp>
        <p:nvSpPr>
          <p:cNvPr id="1463" name="Google Shape;1463;p11"/>
          <p:cNvSpPr txBox="1"/>
          <p:nvPr>
            <p:ph idx="4294967295" type="subTitle"/>
          </p:nvPr>
        </p:nvSpPr>
        <p:spPr>
          <a:xfrm>
            <a:off x="4846400" y="3117578"/>
            <a:ext cx="4064400" cy="38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Memprediksi potential claim dan mengidentifikasi faktor yang berkaitan dengan terjadinya claim.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g3f6cc2b7739_0_99"/>
          <p:cNvSpPr txBox="1"/>
          <p:nvPr>
            <p:ph type="title"/>
          </p:nvPr>
        </p:nvSpPr>
        <p:spPr>
          <a:xfrm>
            <a:off x="534000" y="217141"/>
            <a:ext cx="3673200" cy="90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800"/>
              <a:buNone/>
            </a:pPr>
            <a:r>
              <a:rPr lang="en" sz="2900"/>
              <a:t>T</a:t>
            </a:r>
            <a:r>
              <a:rPr lang="en" sz="2900"/>
              <a:t>ujuan Analisis</a:t>
            </a:r>
            <a:endParaRPr sz="2900"/>
          </a:p>
        </p:txBody>
      </p:sp>
      <p:sp>
        <p:nvSpPr>
          <p:cNvPr id="1469" name="Google Shape;1469;g3f6cc2b7739_0_99"/>
          <p:cNvSpPr/>
          <p:nvPr/>
        </p:nvSpPr>
        <p:spPr>
          <a:xfrm>
            <a:off x="719125" y="1043800"/>
            <a:ext cx="3764700" cy="2402700"/>
          </a:xfrm>
          <a:prstGeom prst="roundRect">
            <a:avLst>
              <a:gd fmla="val 16667" name="adj"/>
            </a:avLst>
          </a:prstGeom>
          <a:solidFill>
            <a:srgbClr val="FFFFFF"/>
          </a:solidFill>
          <a:ln cap="flat" cmpd="sng" w="9525">
            <a:solidFill>
              <a:srgbClr val="DCE0E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rgbClr val="000000"/>
              </a:solidFill>
              <a:latin typeface="Calibri"/>
              <a:ea typeface="Calibri"/>
              <a:cs typeface="Calibri"/>
              <a:sym typeface="Calibri"/>
            </a:endParaRPr>
          </a:p>
        </p:txBody>
      </p:sp>
      <p:sp>
        <p:nvSpPr>
          <p:cNvPr id="1470" name="Google Shape;1470;g3f6cc2b7739_0_99"/>
          <p:cNvSpPr/>
          <p:nvPr/>
        </p:nvSpPr>
        <p:spPr>
          <a:xfrm>
            <a:off x="735327" y="1043803"/>
            <a:ext cx="57000" cy="2402700"/>
          </a:xfrm>
          <a:prstGeom prst="rect">
            <a:avLst/>
          </a:prstGeom>
          <a:solidFill>
            <a:srgbClr val="4CB5B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471" name="Google Shape;1471;g3f6cc2b7739_0_99"/>
          <p:cNvSpPr txBox="1"/>
          <p:nvPr/>
        </p:nvSpPr>
        <p:spPr>
          <a:xfrm>
            <a:off x="947721" y="1208402"/>
            <a:ext cx="48006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500" u="none" cap="none" strike="noStrike">
                <a:solidFill>
                  <a:srgbClr val="2D3052"/>
                </a:solidFill>
                <a:latin typeface="Arial"/>
                <a:ea typeface="Arial"/>
                <a:cs typeface="Arial"/>
                <a:sym typeface="Arial"/>
              </a:rPr>
              <a:t>Prediksi Potential Claim</a:t>
            </a:r>
            <a:endParaRPr/>
          </a:p>
        </p:txBody>
      </p:sp>
      <p:sp>
        <p:nvSpPr>
          <p:cNvPr id="1472" name="Google Shape;1472;g3f6cc2b7739_0_99"/>
          <p:cNvSpPr txBox="1"/>
          <p:nvPr/>
        </p:nvSpPr>
        <p:spPr>
          <a:xfrm>
            <a:off x="947725" y="1610775"/>
            <a:ext cx="2761200" cy="176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550" u="none" cap="none" strike="noStrike">
                <a:solidFill>
                  <a:srgbClr val="37394B"/>
                </a:solidFill>
                <a:latin typeface="Arial"/>
                <a:ea typeface="Arial"/>
                <a:cs typeface="Arial"/>
                <a:sym typeface="Arial"/>
              </a:rPr>
              <a:t>Membangun model untuk memprediksi kemungkinan suatu transaksi menghasilkan claim sehingga perusahaan dapat mengidentifikasi potensi risiko lebih awal.</a:t>
            </a:r>
            <a:endParaRPr sz="1700"/>
          </a:p>
        </p:txBody>
      </p:sp>
      <p:sp>
        <p:nvSpPr>
          <p:cNvPr id="1473" name="Google Shape;1473;g3f6cc2b7739_0_99"/>
          <p:cNvSpPr/>
          <p:nvPr/>
        </p:nvSpPr>
        <p:spPr>
          <a:xfrm>
            <a:off x="4629325" y="1043800"/>
            <a:ext cx="4060500" cy="2402700"/>
          </a:xfrm>
          <a:prstGeom prst="roundRect">
            <a:avLst>
              <a:gd fmla="val 16667" name="adj"/>
            </a:avLst>
          </a:prstGeom>
          <a:solidFill>
            <a:srgbClr val="FFFFFF"/>
          </a:solidFill>
          <a:ln cap="flat" cmpd="sng" w="9525">
            <a:solidFill>
              <a:srgbClr val="DCE0E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474" name="Google Shape;1474;g3f6cc2b7739_0_99"/>
          <p:cNvSpPr/>
          <p:nvPr/>
        </p:nvSpPr>
        <p:spPr>
          <a:xfrm>
            <a:off x="4629330" y="1043800"/>
            <a:ext cx="57000" cy="2402700"/>
          </a:xfrm>
          <a:prstGeom prst="rect">
            <a:avLst/>
          </a:prstGeom>
          <a:solidFill>
            <a:srgbClr val="2D305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475" name="Google Shape;1475;g3f6cc2b7739_0_99"/>
          <p:cNvSpPr txBox="1"/>
          <p:nvPr/>
        </p:nvSpPr>
        <p:spPr>
          <a:xfrm>
            <a:off x="4807421" y="1208392"/>
            <a:ext cx="37398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500" u="none" cap="none" strike="noStrike">
                <a:solidFill>
                  <a:srgbClr val="2D3052"/>
                </a:solidFill>
                <a:latin typeface="Arial"/>
                <a:ea typeface="Arial"/>
                <a:cs typeface="Arial"/>
                <a:sym typeface="Arial"/>
              </a:rPr>
              <a:t>Identifikasi Faktor yang Berkaitan</a:t>
            </a:r>
            <a:endParaRPr/>
          </a:p>
        </p:txBody>
      </p:sp>
      <p:sp>
        <p:nvSpPr>
          <p:cNvPr id="1476" name="Google Shape;1476;g3f6cc2b7739_0_99"/>
          <p:cNvSpPr txBox="1"/>
          <p:nvPr/>
        </p:nvSpPr>
        <p:spPr>
          <a:xfrm>
            <a:off x="4807431" y="1610726"/>
            <a:ext cx="3456300" cy="1046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550" u="none" cap="none" strike="noStrike">
                <a:solidFill>
                  <a:srgbClr val="37394B"/>
                </a:solidFill>
                <a:latin typeface="Arial"/>
                <a:ea typeface="Arial"/>
                <a:cs typeface="Arial"/>
                <a:sym typeface="Arial"/>
              </a:rPr>
              <a:t>Memahami variabel yang berkaitan dengan claim, seperti produk, destinasi, durasi perjalanan, usia, agency, dan distribution channel.</a:t>
            </a:r>
            <a:endParaRPr sz="1700"/>
          </a:p>
        </p:txBody>
      </p:sp>
      <p:sp>
        <p:nvSpPr>
          <p:cNvPr id="1477" name="Google Shape;1477;g3f6cc2b7739_0_99"/>
          <p:cNvSpPr/>
          <p:nvPr/>
        </p:nvSpPr>
        <p:spPr>
          <a:xfrm>
            <a:off x="708356" y="3640198"/>
            <a:ext cx="7843800" cy="1046700"/>
          </a:xfrm>
          <a:prstGeom prst="roundRect">
            <a:avLst>
              <a:gd fmla="val 5882" name="adj"/>
            </a:avLst>
          </a:prstGeom>
          <a:solidFill>
            <a:srgbClr val="1E2761"/>
          </a:solidFill>
          <a:ln>
            <a:noFill/>
          </a:ln>
        </p:spPr>
        <p:txBody>
          <a:bodyPr anchorCtr="0" anchor="ctr" bIns="73575" lIns="73575" spcFirstLastPara="1" rIns="73575" wrap="square" tIns="73575">
            <a:noAutofit/>
          </a:bodyPr>
          <a:lstStyle/>
          <a:p>
            <a:pPr indent="0" lvl="0" marL="0" rtl="0" algn="l">
              <a:spcBef>
                <a:spcPts val="0"/>
              </a:spcBef>
              <a:spcAft>
                <a:spcPts val="0"/>
              </a:spcAft>
              <a:buNone/>
            </a:pPr>
            <a:r>
              <a:t/>
            </a:r>
            <a:endParaRPr/>
          </a:p>
        </p:txBody>
      </p:sp>
      <p:sp>
        <p:nvSpPr>
          <p:cNvPr id="1478" name="Google Shape;1478;g3f6cc2b7739_0_99"/>
          <p:cNvSpPr/>
          <p:nvPr/>
        </p:nvSpPr>
        <p:spPr>
          <a:xfrm>
            <a:off x="972015" y="3763320"/>
            <a:ext cx="7316700" cy="800100"/>
          </a:xfrm>
          <a:prstGeom prst="rect">
            <a:avLst/>
          </a:prstGeom>
          <a:noFill/>
          <a:ln>
            <a:noFill/>
          </a:ln>
        </p:spPr>
        <p:txBody>
          <a:bodyPr anchorCtr="0" anchor="ctr" bIns="36775" lIns="73575" spcFirstLastPara="1" rIns="73575" wrap="square" tIns="36775">
            <a:noAutofit/>
          </a:bodyPr>
          <a:lstStyle/>
          <a:p>
            <a:pPr indent="0" lvl="0" marL="0" marR="0" rtl="0" algn="l">
              <a:spcBef>
                <a:spcPts val="0"/>
              </a:spcBef>
              <a:spcAft>
                <a:spcPts val="0"/>
              </a:spcAft>
              <a:buClr>
                <a:srgbClr val="FFFFFF"/>
              </a:buClr>
              <a:buSzPts val="1529"/>
              <a:buFont typeface="Cambria"/>
              <a:buNone/>
            </a:pPr>
            <a:r>
              <a:rPr b="0" i="1" lang="en" sz="1529" u="none" cap="none" strike="noStrike">
                <a:solidFill>
                  <a:srgbClr val="FFFFFF"/>
                </a:solidFill>
                <a:latin typeface="Cambria"/>
                <a:ea typeface="Cambria"/>
                <a:cs typeface="Cambria"/>
                <a:sym typeface="Cambria"/>
              </a:rPr>
              <a:t>Bagaimana perusahaan dapat mengetahui, sejak awal, transaksi atau customer mana yang berpotensi mengajukan klaim — sebelum klaim itu benar-benar terjadi?</a:t>
            </a:r>
            <a:endParaRPr b="0" i="0" sz="1529"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7"/>
          <p:cNvSpPr txBox="1"/>
          <p:nvPr>
            <p:ph type="title"/>
          </p:nvPr>
        </p:nvSpPr>
        <p:spPr>
          <a:xfrm>
            <a:off x="1982725" y="824100"/>
            <a:ext cx="5178600" cy="1039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9600"/>
              <a:buNone/>
            </a:pPr>
            <a:r>
              <a:rPr lang="en" sz="5200"/>
              <a:t>03</a:t>
            </a:r>
            <a:endParaRPr sz="5200"/>
          </a:p>
          <a:p>
            <a:pPr indent="0" lvl="0" marL="0" rtl="0" algn="l">
              <a:lnSpc>
                <a:spcPct val="100000"/>
              </a:lnSpc>
              <a:spcBef>
                <a:spcPts val="0"/>
              </a:spcBef>
              <a:spcAft>
                <a:spcPts val="0"/>
              </a:spcAft>
              <a:buSzPts val="9600"/>
              <a:buNone/>
            </a:pPr>
            <a:r>
              <a:rPr lang="en" sz="2900"/>
              <a:t>Temuan Utama</a:t>
            </a:r>
            <a:endParaRPr sz="2900"/>
          </a:p>
        </p:txBody>
      </p:sp>
      <p:sp>
        <p:nvSpPr>
          <p:cNvPr id="1484" name="Google Shape;1484;p7"/>
          <p:cNvSpPr txBox="1"/>
          <p:nvPr>
            <p:ph idx="1" type="subTitle"/>
          </p:nvPr>
        </p:nvSpPr>
        <p:spPr>
          <a:xfrm>
            <a:off x="1982725" y="1759334"/>
            <a:ext cx="5178600" cy="387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600"/>
              <a:buNone/>
            </a:pPr>
            <a:r>
              <a:rPr lang="en"/>
              <a:t>Terdapat perbedaan claim rate berdasarkan karakteristik produk dan transaksi.</a:t>
            </a:r>
            <a:endParaRPr/>
          </a:p>
        </p:txBody>
      </p:sp>
      <p:pic>
        <p:nvPicPr>
          <p:cNvPr id="1485" name="Google Shape;1485;p7"/>
          <p:cNvPicPr preferRelativeResize="0"/>
          <p:nvPr>
            <p:ph idx="2" type="pic"/>
          </p:nvPr>
        </p:nvPicPr>
        <p:blipFill rotWithShape="1">
          <a:blip r:embed="rId3">
            <a:alphaModFix/>
          </a:blip>
          <a:srcRect b="16236" l="0" r="0" t="16229"/>
          <a:stretch/>
        </p:blipFill>
        <p:spPr>
          <a:xfrm>
            <a:off x="2072100" y="2450675"/>
            <a:ext cx="4999750" cy="21579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g3f6cc2b7739_0_116"/>
          <p:cNvSpPr txBox="1"/>
          <p:nvPr/>
        </p:nvSpPr>
        <p:spPr>
          <a:xfrm>
            <a:off x="1689827" y="389475"/>
            <a:ext cx="83856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700" u="none" cap="none" strike="noStrike">
                <a:solidFill>
                  <a:srgbClr val="2D3052"/>
                </a:solidFill>
                <a:latin typeface="Play"/>
                <a:ea typeface="Play"/>
                <a:cs typeface="Play"/>
                <a:sym typeface="Play"/>
              </a:rPr>
              <a:t>Temuan Utama</a:t>
            </a:r>
            <a:endParaRPr/>
          </a:p>
        </p:txBody>
      </p:sp>
      <p:sp>
        <p:nvSpPr>
          <p:cNvPr id="1491" name="Google Shape;1491;g3f6cc2b7739_0_116"/>
          <p:cNvSpPr txBox="1"/>
          <p:nvPr/>
        </p:nvSpPr>
        <p:spPr>
          <a:xfrm>
            <a:off x="1639411" y="929423"/>
            <a:ext cx="39285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200" u="none" cap="none" strike="noStrike">
                <a:solidFill>
                  <a:srgbClr val="696C7D"/>
                </a:solidFill>
                <a:latin typeface="Arial"/>
                <a:ea typeface="Arial"/>
                <a:cs typeface="Arial"/>
                <a:sym typeface="Arial"/>
              </a:rPr>
              <a:t>Hasil EDA menunjukkan adanya perbedaan claim rate antar produk.</a:t>
            </a:r>
            <a:endParaRPr/>
          </a:p>
        </p:txBody>
      </p:sp>
      <p:pic>
        <p:nvPicPr>
          <p:cNvPr descr="product_claim_rate.png" id="1492" name="Google Shape;1492;g3f6cc2b7739_0_116"/>
          <p:cNvPicPr preferRelativeResize="0"/>
          <p:nvPr/>
        </p:nvPicPr>
        <p:blipFill rotWithShape="1">
          <a:blip r:embed="rId3">
            <a:alphaModFix/>
          </a:blip>
          <a:srcRect b="0" l="0" r="0" t="0"/>
          <a:stretch/>
        </p:blipFill>
        <p:spPr>
          <a:xfrm>
            <a:off x="168157" y="1611049"/>
            <a:ext cx="5715001" cy="3062907"/>
          </a:xfrm>
          <a:prstGeom prst="rect">
            <a:avLst/>
          </a:prstGeom>
          <a:noFill/>
          <a:ln>
            <a:noFill/>
          </a:ln>
        </p:spPr>
      </p:pic>
      <p:sp>
        <p:nvSpPr>
          <p:cNvPr id="1493" name="Google Shape;1493;g3f6cc2b7739_0_116"/>
          <p:cNvSpPr/>
          <p:nvPr/>
        </p:nvSpPr>
        <p:spPr>
          <a:xfrm>
            <a:off x="5898000" y="772601"/>
            <a:ext cx="2763900" cy="1046700"/>
          </a:xfrm>
          <a:prstGeom prst="roundRect">
            <a:avLst>
              <a:gd fmla="val 16667" name="adj"/>
            </a:avLst>
          </a:prstGeom>
          <a:solidFill>
            <a:srgbClr val="FFFFFF"/>
          </a:solidFill>
          <a:ln cap="flat" cmpd="sng" w="9525">
            <a:solidFill>
              <a:srgbClr val="DCE0E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494" name="Google Shape;1494;g3f6cc2b7739_0_116"/>
          <p:cNvSpPr/>
          <p:nvPr/>
        </p:nvSpPr>
        <p:spPr>
          <a:xfrm>
            <a:off x="5898002" y="772599"/>
            <a:ext cx="58800" cy="1046700"/>
          </a:xfrm>
          <a:prstGeom prst="rect">
            <a:avLst/>
          </a:prstGeom>
          <a:solidFill>
            <a:srgbClr val="4CB5B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495" name="Google Shape;1495;g3f6cc2b7739_0_116"/>
          <p:cNvSpPr txBox="1"/>
          <p:nvPr/>
        </p:nvSpPr>
        <p:spPr>
          <a:xfrm>
            <a:off x="6081568" y="937185"/>
            <a:ext cx="35979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500" u="none" cap="none" strike="noStrike">
                <a:solidFill>
                  <a:srgbClr val="2D3052"/>
                </a:solidFill>
                <a:latin typeface="Arial"/>
                <a:ea typeface="Arial"/>
                <a:cs typeface="Arial"/>
                <a:sym typeface="Arial"/>
              </a:rPr>
              <a:t>Annual Silver Plan</a:t>
            </a:r>
            <a:endParaRPr/>
          </a:p>
        </p:txBody>
      </p:sp>
      <p:sp>
        <p:nvSpPr>
          <p:cNvPr id="1496" name="Google Shape;1496;g3f6cc2b7739_0_116"/>
          <p:cNvSpPr txBox="1"/>
          <p:nvPr/>
        </p:nvSpPr>
        <p:spPr>
          <a:xfrm>
            <a:off x="6081568" y="1339522"/>
            <a:ext cx="3597900" cy="28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250" u="none" cap="none" strike="noStrike">
                <a:solidFill>
                  <a:srgbClr val="37394B"/>
                </a:solidFill>
                <a:latin typeface="Arial"/>
                <a:ea typeface="Arial"/>
                <a:cs typeface="Arial"/>
                <a:sym typeface="Arial"/>
              </a:rPr>
              <a:t>Claim rate tertinggi: 12,04%.</a:t>
            </a:r>
            <a:endParaRPr/>
          </a:p>
        </p:txBody>
      </p:sp>
      <p:sp>
        <p:nvSpPr>
          <p:cNvPr id="1497" name="Google Shape;1497;g3f6cc2b7739_0_116"/>
          <p:cNvSpPr/>
          <p:nvPr/>
        </p:nvSpPr>
        <p:spPr>
          <a:xfrm>
            <a:off x="5898006" y="1983783"/>
            <a:ext cx="2763900" cy="1326000"/>
          </a:xfrm>
          <a:prstGeom prst="roundRect">
            <a:avLst>
              <a:gd fmla="val 16667" name="adj"/>
            </a:avLst>
          </a:prstGeom>
          <a:solidFill>
            <a:srgbClr val="FFFFFF"/>
          </a:solidFill>
          <a:ln cap="flat" cmpd="sng" w="9525">
            <a:solidFill>
              <a:srgbClr val="DCE0E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498" name="Google Shape;1498;g3f6cc2b7739_0_116"/>
          <p:cNvSpPr/>
          <p:nvPr/>
        </p:nvSpPr>
        <p:spPr>
          <a:xfrm>
            <a:off x="5897999" y="2022534"/>
            <a:ext cx="58800" cy="1326000"/>
          </a:xfrm>
          <a:prstGeom prst="rect">
            <a:avLst/>
          </a:prstGeom>
          <a:solidFill>
            <a:srgbClr val="4CB5B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499" name="Google Shape;1499;g3f6cc2b7739_0_116"/>
          <p:cNvSpPr txBox="1"/>
          <p:nvPr/>
        </p:nvSpPr>
        <p:spPr>
          <a:xfrm>
            <a:off x="6081568" y="2148381"/>
            <a:ext cx="35979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500" u="none" cap="none" strike="noStrike">
                <a:solidFill>
                  <a:srgbClr val="2D3052"/>
                </a:solidFill>
                <a:latin typeface="Arial"/>
                <a:ea typeface="Arial"/>
                <a:cs typeface="Arial"/>
                <a:sym typeface="Arial"/>
              </a:rPr>
              <a:t>Annual Gold Plan</a:t>
            </a:r>
            <a:endParaRPr/>
          </a:p>
        </p:txBody>
      </p:sp>
      <p:sp>
        <p:nvSpPr>
          <p:cNvPr id="1500" name="Google Shape;1500;g3f6cc2b7739_0_116"/>
          <p:cNvSpPr txBox="1"/>
          <p:nvPr/>
        </p:nvSpPr>
        <p:spPr>
          <a:xfrm>
            <a:off x="6081568" y="2550717"/>
            <a:ext cx="3597900" cy="28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250" u="none" cap="none" strike="noStrike">
                <a:solidFill>
                  <a:srgbClr val="37394B"/>
                </a:solidFill>
                <a:latin typeface="Arial"/>
                <a:ea typeface="Arial"/>
                <a:cs typeface="Arial"/>
                <a:sym typeface="Arial"/>
              </a:rPr>
              <a:t>Claim rate: 11,59%.</a:t>
            </a:r>
            <a:endParaRPr/>
          </a:p>
        </p:txBody>
      </p:sp>
      <p:sp>
        <p:nvSpPr>
          <p:cNvPr id="1501" name="Google Shape;1501;g3f6cc2b7739_0_116"/>
          <p:cNvSpPr/>
          <p:nvPr/>
        </p:nvSpPr>
        <p:spPr>
          <a:xfrm>
            <a:off x="5898000" y="3466200"/>
            <a:ext cx="2947500" cy="1549500"/>
          </a:xfrm>
          <a:prstGeom prst="roundRect">
            <a:avLst>
              <a:gd fmla="val 16667" name="adj"/>
            </a:avLst>
          </a:prstGeom>
          <a:solidFill>
            <a:srgbClr val="FFFFFF"/>
          </a:solidFill>
          <a:ln cap="flat" cmpd="sng" w="9525">
            <a:solidFill>
              <a:srgbClr val="DCE0E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502" name="Google Shape;1502;g3f6cc2b7739_0_116"/>
          <p:cNvSpPr/>
          <p:nvPr/>
        </p:nvSpPr>
        <p:spPr>
          <a:xfrm>
            <a:off x="5897999" y="3504949"/>
            <a:ext cx="58800" cy="1326000"/>
          </a:xfrm>
          <a:prstGeom prst="rect">
            <a:avLst/>
          </a:prstGeom>
          <a:solidFill>
            <a:srgbClr val="2D305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503" name="Google Shape;1503;g3f6cc2b7739_0_116"/>
          <p:cNvSpPr txBox="1"/>
          <p:nvPr/>
        </p:nvSpPr>
        <p:spPr>
          <a:xfrm>
            <a:off x="6081568" y="3630795"/>
            <a:ext cx="35979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500" u="none" cap="none" strike="noStrike">
                <a:solidFill>
                  <a:srgbClr val="2D3052"/>
                </a:solidFill>
                <a:latin typeface="Arial"/>
                <a:ea typeface="Arial"/>
                <a:cs typeface="Arial"/>
                <a:sym typeface="Arial"/>
              </a:rPr>
              <a:t>Implikasi</a:t>
            </a:r>
            <a:endParaRPr/>
          </a:p>
        </p:txBody>
      </p:sp>
      <p:sp>
        <p:nvSpPr>
          <p:cNvPr id="1504" name="Google Shape;1504;g3f6cc2b7739_0_116"/>
          <p:cNvSpPr txBox="1"/>
          <p:nvPr/>
        </p:nvSpPr>
        <p:spPr>
          <a:xfrm>
            <a:off x="6081573" y="4033125"/>
            <a:ext cx="27639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250" u="none" cap="none" strike="noStrike">
                <a:solidFill>
                  <a:srgbClr val="37394B"/>
                </a:solidFill>
                <a:latin typeface="Arial"/>
                <a:ea typeface="Arial"/>
                <a:cs typeface="Arial"/>
                <a:sym typeface="Arial"/>
              </a:rPr>
              <a:t>Jenis produk berpotensi menjadi variabel penting dalam prediksi claim. Jumlah observasi per produk tetap perlu diperhatikan.</a:t>
            </a:r>
            <a:endParaRPr/>
          </a:p>
        </p:txBody>
      </p:sp>
      <p:sp>
        <p:nvSpPr>
          <p:cNvPr id="1505" name="Google Shape;1505;g3f6cc2b7739_0_116"/>
          <p:cNvSpPr txBox="1"/>
          <p:nvPr/>
        </p:nvSpPr>
        <p:spPr>
          <a:xfrm>
            <a:off x="10881360" y="6547104"/>
            <a:ext cx="6402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 sz="900" u="none" cap="none" strike="noStrike">
                <a:solidFill>
                  <a:srgbClr val="696C7D"/>
                </a:solidFill>
                <a:latin typeface="Calibri"/>
                <a:ea typeface="Calibri"/>
                <a:cs typeface="Calibri"/>
                <a:sym typeface="Calibri"/>
              </a:rPr>
              <a:t>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9" name="Shape 1509"/>
        <p:cNvGrpSpPr/>
        <p:nvPr/>
      </p:nvGrpSpPr>
      <p:grpSpPr>
        <a:xfrm>
          <a:off x="0" y="0"/>
          <a:ext cx="0" cy="0"/>
          <a:chOff x="0" y="0"/>
          <a:chExt cx="0" cy="0"/>
        </a:xfrm>
      </p:grpSpPr>
      <p:pic>
        <p:nvPicPr>
          <p:cNvPr id="1510" name="Google Shape;1510;p9"/>
          <p:cNvPicPr preferRelativeResize="0"/>
          <p:nvPr>
            <p:ph idx="2" type="pic"/>
          </p:nvPr>
        </p:nvPicPr>
        <p:blipFill rotWithShape="1">
          <a:blip r:embed="rId3">
            <a:alphaModFix/>
          </a:blip>
          <a:srcRect b="0" l="23268" r="13640" t="0"/>
          <a:stretch/>
        </p:blipFill>
        <p:spPr>
          <a:xfrm>
            <a:off x="4571975" y="533875"/>
            <a:ext cx="3858800" cy="4075800"/>
          </a:xfrm>
          <a:prstGeom prst="rect">
            <a:avLst/>
          </a:prstGeom>
          <a:noFill/>
          <a:ln cap="flat" cmpd="sng" w="9525">
            <a:solidFill>
              <a:schemeClr val="dk2"/>
            </a:solidFill>
            <a:prstDash val="solid"/>
            <a:round/>
            <a:headEnd len="sm" w="sm" type="none"/>
            <a:tailEnd len="sm" w="sm" type="none"/>
          </a:ln>
        </p:spPr>
      </p:pic>
      <p:sp>
        <p:nvSpPr>
          <p:cNvPr id="1511" name="Google Shape;1511;p9"/>
          <p:cNvSpPr txBox="1"/>
          <p:nvPr>
            <p:ph type="title"/>
          </p:nvPr>
        </p:nvSpPr>
        <p:spPr>
          <a:xfrm>
            <a:off x="720000" y="1299413"/>
            <a:ext cx="3519600" cy="16656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3000"/>
              <a:buNone/>
            </a:pPr>
            <a:r>
              <a:rPr lang="en" sz="5200"/>
              <a:t>04</a:t>
            </a:r>
            <a:endParaRPr sz="5200"/>
          </a:p>
          <a:p>
            <a:pPr indent="0" lvl="0" marL="0" rtl="0" algn="l">
              <a:lnSpc>
                <a:spcPct val="115000"/>
              </a:lnSpc>
              <a:spcBef>
                <a:spcPts val="0"/>
              </a:spcBef>
              <a:spcAft>
                <a:spcPts val="0"/>
              </a:spcAft>
              <a:buSzPts val="3000"/>
              <a:buNone/>
            </a:pPr>
            <a:r>
              <a:rPr lang="en" sz="2900"/>
              <a:t>Pendekatan Analisis</a:t>
            </a:r>
            <a:endParaRPr sz="2900"/>
          </a:p>
        </p:txBody>
      </p:sp>
      <p:sp>
        <p:nvSpPr>
          <p:cNvPr id="1512" name="Google Shape;1512;p9"/>
          <p:cNvSpPr txBox="1"/>
          <p:nvPr>
            <p:ph idx="1" type="subTitle"/>
          </p:nvPr>
        </p:nvSpPr>
        <p:spPr>
          <a:xfrm>
            <a:off x="720000" y="2964838"/>
            <a:ext cx="3519600" cy="87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a:t>Menggunakan classification dengan Logistic Regression, Random Forest, dan XGBoost.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sp>
        <p:nvSpPr>
          <p:cNvPr id="1517" name="Google Shape;1517;g3f6cc2b7739_0_158"/>
          <p:cNvSpPr/>
          <p:nvPr/>
        </p:nvSpPr>
        <p:spPr>
          <a:xfrm>
            <a:off x="548647" y="1038386"/>
            <a:ext cx="7364100" cy="10521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4A4E5A"/>
              </a:buClr>
              <a:buSzPts val="1400"/>
              <a:buFont typeface="Calibri"/>
              <a:buNone/>
            </a:pPr>
            <a:r>
              <a:rPr b="0" i="0" lang="en" sz="1400" u="none" cap="none" strike="noStrike">
                <a:solidFill>
                  <a:srgbClr val="4A4E5A"/>
                </a:solidFill>
                <a:latin typeface="Calibri"/>
                <a:ea typeface="Calibri"/>
                <a:cs typeface="Calibri"/>
                <a:sym typeface="Calibri"/>
              </a:rPr>
              <a:t>Menggunakan pendekatan supervised learning (classification) untuk memprediksi kemungkinan customer melakukan klaim, dibangun melalui empat tahapan berikut:</a:t>
            </a:r>
            <a:endParaRPr b="0" i="0" sz="1400" u="none" cap="none" strike="noStrike">
              <a:solidFill>
                <a:srgbClr val="000000"/>
              </a:solidFill>
              <a:latin typeface="Calibri"/>
              <a:ea typeface="Calibri"/>
              <a:cs typeface="Calibri"/>
              <a:sym typeface="Calibri"/>
            </a:endParaRPr>
          </a:p>
        </p:txBody>
      </p:sp>
      <p:sp>
        <p:nvSpPr>
          <p:cNvPr id="1518" name="Google Shape;1518;g3f6cc2b7739_0_158"/>
          <p:cNvSpPr/>
          <p:nvPr/>
        </p:nvSpPr>
        <p:spPr>
          <a:xfrm>
            <a:off x="292338" y="1987627"/>
            <a:ext cx="1992900" cy="2101800"/>
          </a:xfrm>
          <a:prstGeom prst="roundRect">
            <a:avLst>
              <a:gd fmla="val 3636" name="adj"/>
            </a:avLst>
          </a:prstGeom>
          <a:solidFill>
            <a:srgbClr val="FFFFFF"/>
          </a:solidFill>
          <a:ln cap="flat" cmpd="sng" w="10050">
            <a:solidFill>
              <a:srgbClr val="E2E6F0"/>
            </a:solidFill>
            <a:prstDash val="solid"/>
            <a:round/>
            <a:headEnd len="sm" w="sm" type="none"/>
            <a:tailEnd len="sm" w="sm" type="none"/>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1519" name="Google Shape;1519;g3f6cc2b7739_0_158"/>
          <p:cNvSpPr/>
          <p:nvPr/>
        </p:nvSpPr>
        <p:spPr>
          <a:xfrm>
            <a:off x="292338" y="1987627"/>
            <a:ext cx="1992900" cy="398700"/>
          </a:xfrm>
          <a:prstGeom prst="roundRect">
            <a:avLst>
              <a:gd fmla="val 18182" name="adj"/>
            </a:avLst>
          </a:prstGeom>
          <a:solidFill>
            <a:srgbClr val="1E2761"/>
          </a:solidFill>
          <a:ln>
            <a:noFill/>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1520" name="Google Shape;1520;g3f6cc2b7739_0_158"/>
          <p:cNvSpPr/>
          <p:nvPr/>
        </p:nvSpPr>
        <p:spPr>
          <a:xfrm>
            <a:off x="292338" y="2205059"/>
            <a:ext cx="1992900" cy="181200"/>
          </a:xfrm>
          <a:prstGeom prst="rect">
            <a:avLst/>
          </a:prstGeom>
          <a:solidFill>
            <a:srgbClr val="1E2761"/>
          </a:solidFill>
          <a:ln>
            <a:noFill/>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1521" name="Google Shape;1521;g3f6cc2b7739_0_158"/>
          <p:cNvSpPr/>
          <p:nvPr/>
        </p:nvSpPr>
        <p:spPr>
          <a:xfrm>
            <a:off x="292338" y="1987627"/>
            <a:ext cx="1992900" cy="398700"/>
          </a:xfrm>
          <a:prstGeom prst="rect">
            <a:avLst/>
          </a:prstGeom>
          <a:noFill/>
          <a:ln>
            <a:noFill/>
          </a:ln>
        </p:spPr>
        <p:txBody>
          <a:bodyPr anchorCtr="0" anchor="ctr" bIns="36225" lIns="72475" spcFirstLastPara="1" rIns="72475" wrap="square" tIns="36225">
            <a:noAutofit/>
          </a:bodyPr>
          <a:lstStyle/>
          <a:p>
            <a:pPr indent="0" lvl="0" marL="0" marR="0" rtl="0" algn="ctr">
              <a:spcBef>
                <a:spcPts val="0"/>
              </a:spcBef>
              <a:spcAft>
                <a:spcPts val="0"/>
              </a:spcAft>
              <a:buClr>
                <a:srgbClr val="CADCFC"/>
              </a:buClr>
              <a:buSzPts val="1268"/>
              <a:buFont typeface="Cambria"/>
              <a:buNone/>
            </a:pPr>
            <a:r>
              <a:rPr b="1" i="0" lang="en" sz="1268" u="none" cap="none" strike="noStrike">
                <a:solidFill>
                  <a:srgbClr val="CADCFC"/>
                </a:solidFill>
                <a:latin typeface="Cambria"/>
                <a:ea typeface="Cambria"/>
                <a:cs typeface="Cambria"/>
                <a:sym typeface="Cambria"/>
              </a:rPr>
              <a:t>01</a:t>
            </a:r>
            <a:endParaRPr b="0" i="0" sz="1268" u="none" cap="none" strike="noStrike">
              <a:solidFill>
                <a:srgbClr val="000000"/>
              </a:solidFill>
              <a:latin typeface="Calibri"/>
              <a:ea typeface="Calibri"/>
              <a:cs typeface="Calibri"/>
              <a:sym typeface="Calibri"/>
            </a:endParaRPr>
          </a:p>
        </p:txBody>
      </p:sp>
      <p:sp>
        <p:nvSpPr>
          <p:cNvPr id="1522" name="Google Shape;1522;g3f6cc2b7739_0_158"/>
          <p:cNvSpPr/>
          <p:nvPr/>
        </p:nvSpPr>
        <p:spPr>
          <a:xfrm>
            <a:off x="437292" y="2567446"/>
            <a:ext cx="1703400" cy="652200"/>
          </a:xfrm>
          <a:prstGeom prst="rect">
            <a:avLst/>
          </a:prstGeom>
          <a:noFill/>
          <a:ln>
            <a:noFill/>
          </a:ln>
        </p:spPr>
        <p:txBody>
          <a:bodyPr anchorCtr="0" anchor="ctr" bIns="36225" lIns="72475" spcFirstLastPara="1" rIns="72475" wrap="square" tIns="36225">
            <a:noAutofit/>
          </a:bodyPr>
          <a:lstStyle/>
          <a:p>
            <a:pPr indent="0" lvl="0" marL="0" marR="0" rtl="0" algn="l">
              <a:lnSpc>
                <a:spcPct val="110000"/>
              </a:lnSpc>
              <a:spcBef>
                <a:spcPts val="0"/>
              </a:spcBef>
              <a:spcAft>
                <a:spcPts val="0"/>
              </a:spcAft>
              <a:buClr>
                <a:srgbClr val="1E2761"/>
              </a:buClr>
              <a:buSzPts val="1189"/>
              <a:buFont typeface="Cambria"/>
              <a:buNone/>
            </a:pPr>
            <a:r>
              <a:rPr b="1" i="0" lang="en" sz="1189" u="none" cap="none" strike="noStrike">
                <a:solidFill>
                  <a:srgbClr val="1E2761"/>
                </a:solidFill>
                <a:latin typeface="Cambria"/>
                <a:ea typeface="Cambria"/>
                <a:cs typeface="Cambria"/>
                <a:sym typeface="Cambria"/>
              </a:rPr>
              <a:t>Data Preparation</a:t>
            </a:r>
            <a:endParaRPr b="0" i="0" sz="1189" u="none" cap="none" strike="noStrike">
              <a:solidFill>
                <a:srgbClr val="000000"/>
              </a:solidFill>
              <a:latin typeface="Calibri"/>
              <a:ea typeface="Calibri"/>
              <a:cs typeface="Calibri"/>
              <a:sym typeface="Calibri"/>
            </a:endParaRPr>
          </a:p>
        </p:txBody>
      </p:sp>
      <p:sp>
        <p:nvSpPr>
          <p:cNvPr id="1523" name="Google Shape;1523;g3f6cc2b7739_0_158"/>
          <p:cNvSpPr/>
          <p:nvPr/>
        </p:nvSpPr>
        <p:spPr>
          <a:xfrm>
            <a:off x="437292" y="3155741"/>
            <a:ext cx="1703400" cy="724800"/>
          </a:xfrm>
          <a:prstGeom prst="rect">
            <a:avLst/>
          </a:prstGeom>
          <a:noFill/>
          <a:ln>
            <a:noFill/>
          </a:ln>
        </p:spPr>
        <p:txBody>
          <a:bodyPr anchorCtr="0" anchor="ctr" bIns="36225" lIns="72475" spcFirstLastPara="1" rIns="72475" wrap="square" tIns="36225">
            <a:noAutofit/>
          </a:bodyPr>
          <a:lstStyle/>
          <a:p>
            <a:pPr indent="0" lvl="0" marL="0" marR="0" rtl="0" algn="l">
              <a:lnSpc>
                <a:spcPct val="120000"/>
              </a:lnSpc>
              <a:spcBef>
                <a:spcPts val="0"/>
              </a:spcBef>
              <a:spcAft>
                <a:spcPts val="0"/>
              </a:spcAft>
              <a:buClr>
                <a:srgbClr val="4A4E5A"/>
              </a:buClr>
              <a:buSzPts val="912"/>
              <a:buFont typeface="Calibri"/>
              <a:buNone/>
            </a:pPr>
            <a:r>
              <a:rPr lang="en" sz="1012">
                <a:solidFill>
                  <a:srgbClr val="4A4E5A"/>
                </a:solidFill>
                <a:latin typeface="Calibri"/>
                <a:ea typeface="Calibri"/>
                <a:cs typeface="Calibri"/>
                <a:sym typeface="Calibri"/>
              </a:rPr>
              <a:t>Membersihkan </a:t>
            </a:r>
            <a:r>
              <a:rPr b="0" i="0" lang="en" sz="1012" u="none" cap="none" strike="noStrike">
                <a:solidFill>
                  <a:srgbClr val="4A4E5A"/>
                </a:solidFill>
                <a:latin typeface="Calibri"/>
                <a:ea typeface="Calibri"/>
                <a:cs typeface="Calibri"/>
                <a:sym typeface="Calibri"/>
              </a:rPr>
              <a:t> data </a:t>
            </a:r>
            <a:r>
              <a:rPr lang="en" sz="1012">
                <a:solidFill>
                  <a:srgbClr val="4A4E5A"/>
                </a:solidFill>
                <a:latin typeface="Calibri"/>
                <a:ea typeface="Calibri"/>
                <a:cs typeface="Calibri"/>
                <a:sym typeface="Calibri"/>
              </a:rPr>
              <a:t>duplicate</a:t>
            </a:r>
            <a:r>
              <a:rPr b="0" i="0" lang="en" sz="1012" u="none" cap="none" strike="noStrike">
                <a:solidFill>
                  <a:srgbClr val="4A4E5A"/>
                </a:solidFill>
                <a:latin typeface="Calibri"/>
                <a:ea typeface="Calibri"/>
                <a:cs typeface="Calibri"/>
                <a:sym typeface="Calibri"/>
              </a:rPr>
              <a:t> &amp;</a:t>
            </a:r>
            <a:r>
              <a:rPr lang="en" sz="1012">
                <a:solidFill>
                  <a:srgbClr val="4A4E5A"/>
                </a:solidFill>
                <a:latin typeface="Calibri"/>
                <a:ea typeface="Calibri"/>
                <a:cs typeface="Calibri"/>
                <a:sym typeface="Calibri"/>
              </a:rPr>
              <a:t> melakukan cek data kosong atau null</a:t>
            </a:r>
            <a:endParaRPr b="0" i="0" sz="1012" u="none" cap="none" strike="noStrike">
              <a:solidFill>
                <a:srgbClr val="000000"/>
              </a:solidFill>
              <a:latin typeface="Calibri"/>
              <a:ea typeface="Calibri"/>
              <a:cs typeface="Calibri"/>
              <a:sym typeface="Calibri"/>
            </a:endParaRPr>
          </a:p>
        </p:txBody>
      </p:sp>
      <p:sp>
        <p:nvSpPr>
          <p:cNvPr id="1524" name="Google Shape;1524;g3f6cc2b7739_0_158"/>
          <p:cNvSpPr/>
          <p:nvPr/>
        </p:nvSpPr>
        <p:spPr>
          <a:xfrm>
            <a:off x="2321700" y="2893593"/>
            <a:ext cx="130500" cy="217200"/>
          </a:xfrm>
          <a:prstGeom prst="chevron">
            <a:avLst>
              <a:gd fmla="val 50000" name="adj"/>
            </a:avLst>
          </a:prstGeom>
          <a:solidFill>
            <a:srgbClr val="3B82C4"/>
          </a:solidFill>
          <a:ln>
            <a:noFill/>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1525" name="Google Shape;1525;g3f6cc2b7739_0_158"/>
          <p:cNvSpPr/>
          <p:nvPr/>
        </p:nvSpPr>
        <p:spPr>
          <a:xfrm>
            <a:off x="2481149" y="1987627"/>
            <a:ext cx="1992900" cy="2101800"/>
          </a:xfrm>
          <a:prstGeom prst="roundRect">
            <a:avLst>
              <a:gd fmla="val 3636" name="adj"/>
            </a:avLst>
          </a:prstGeom>
          <a:solidFill>
            <a:srgbClr val="FFFFFF"/>
          </a:solidFill>
          <a:ln cap="flat" cmpd="sng" w="10050">
            <a:solidFill>
              <a:srgbClr val="E2E6F0"/>
            </a:solidFill>
            <a:prstDash val="solid"/>
            <a:round/>
            <a:headEnd len="sm" w="sm" type="none"/>
            <a:tailEnd len="sm" w="sm" type="none"/>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1526" name="Google Shape;1526;g3f6cc2b7739_0_158"/>
          <p:cNvSpPr/>
          <p:nvPr/>
        </p:nvSpPr>
        <p:spPr>
          <a:xfrm>
            <a:off x="2481149" y="1987627"/>
            <a:ext cx="1992900" cy="398700"/>
          </a:xfrm>
          <a:prstGeom prst="roundRect">
            <a:avLst>
              <a:gd fmla="val 18182" name="adj"/>
            </a:avLst>
          </a:prstGeom>
          <a:solidFill>
            <a:srgbClr val="1E2761"/>
          </a:solidFill>
          <a:ln>
            <a:noFill/>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1527" name="Google Shape;1527;g3f6cc2b7739_0_158"/>
          <p:cNvSpPr/>
          <p:nvPr/>
        </p:nvSpPr>
        <p:spPr>
          <a:xfrm>
            <a:off x="2481149" y="2205059"/>
            <a:ext cx="1992900" cy="181200"/>
          </a:xfrm>
          <a:prstGeom prst="rect">
            <a:avLst/>
          </a:prstGeom>
          <a:solidFill>
            <a:srgbClr val="1E2761"/>
          </a:solidFill>
          <a:ln>
            <a:noFill/>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1528" name="Google Shape;1528;g3f6cc2b7739_0_158"/>
          <p:cNvSpPr/>
          <p:nvPr/>
        </p:nvSpPr>
        <p:spPr>
          <a:xfrm>
            <a:off x="2481149" y="1987627"/>
            <a:ext cx="1992900" cy="398700"/>
          </a:xfrm>
          <a:prstGeom prst="rect">
            <a:avLst/>
          </a:prstGeom>
          <a:noFill/>
          <a:ln>
            <a:noFill/>
          </a:ln>
        </p:spPr>
        <p:txBody>
          <a:bodyPr anchorCtr="0" anchor="ctr" bIns="36225" lIns="72475" spcFirstLastPara="1" rIns="72475" wrap="square" tIns="36225">
            <a:noAutofit/>
          </a:bodyPr>
          <a:lstStyle/>
          <a:p>
            <a:pPr indent="0" lvl="0" marL="0" marR="0" rtl="0" algn="ctr">
              <a:spcBef>
                <a:spcPts val="0"/>
              </a:spcBef>
              <a:spcAft>
                <a:spcPts val="0"/>
              </a:spcAft>
              <a:buClr>
                <a:srgbClr val="CADCFC"/>
              </a:buClr>
              <a:buSzPts val="1268"/>
              <a:buFont typeface="Cambria"/>
              <a:buNone/>
            </a:pPr>
            <a:r>
              <a:rPr b="1" i="0" lang="en" sz="1268" u="none" cap="none" strike="noStrike">
                <a:solidFill>
                  <a:srgbClr val="CADCFC"/>
                </a:solidFill>
                <a:latin typeface="Cambria"/>
                <a:ea typeface="Cambria"/>
                <a:cs typeface="Cambria"/>
                <a:sym typeface="Cambria"/>
              </a:rPr>
              <a:t>02</a:t>
            </a:r>
            <a:endParaRPr b="0" i="0" sz="1268" u="none" cap="none" strike="noStrike">
              <a:solidFill>
                <a:srgbClr val="000000"/>
              </a:solidFill>
              <a:latin typeface="Calibri"/>
              <a:ea typeface="Calibri"/>
              <a:cs typeface="Calibri"/>
              <a:sym typeface="Calibri"/>
            </a:endParaRPr>
          </a:p>
        </p:txBody>
      </p:sp>
      <p:sp>
        <p:nvSpPr>
          <p:cNvPr id="1529" name="Google Shape;1529;g3f6cc2b7739_0_158"/>
          <p:cNvSpPr/>
          <p:nvPr/>
        </p:nvSpPr>
        <p:spPr>
          <a:xfrm>
            <a:off x="2626104" y="2589721"/>
            <a:ext cx="1703400" cy="652200"/>
          </a:xfrm>
          <a:prstGeom prst="rect">
            <a:avLst/>
          </a:prstGeom>
          <a:noFill/>
          <a:ln>
            <a:noFill/>
          </a:ln>
        </p:spPr>
        <p:txBody>
          <a:bodyPr anchorCtr="0" anchor="ctr" bIns="36225" lIns="72475" spcFirstLastPara="1" rIns="72475" wrap="square" tIns="36225">
            <a:noAutofit/>
          </a:bodyPr>
          <a:lstStyle/>
          <a:p>
            <a:pPr indent="0" lvl="0" marL="0" marR="0" rtl="0" algn="l">
              <a:lnSpc>
                <a:spcPct val="110000"/>
              </a:lnSpc>
              <a:spcBef>
                <a:spcPts val="0"/>
              </a:spcBef>
              <a:spcAft>
                <a:spcPts val="0"/>
              </a:spcAft>
              <a:buClr>
                <a:srgbClr val="1E2761"/>
              </a:buClr>
              <a:buSzPts val="1189"/>
              <a:buFont typeface="Cambria"/>
              <a:buNone/>
            </a:pPr>
            <a:r>
              <a:rPr b="1" i="0" lang="en" sz="1189" u="none" cap="none" strike="noStrike">
                <a:solidFill>
                  <a:srgbClr val="1E2761"/>
                </a:solidFill>
                <a:latin typeface="Cambria"/>
                <a:ea typeface="Cambria"/>
                <a:cs typeface="Cambria"/>
                <a:sym typeface="Cambria"/>
              </a:rPr>
              <a:t>Exploratory</a:t>
            </a:r>
            <a:endParaRPr b="0" i="0" sz="1189" u="none" cap="none" strike="noStrike">
              <a:solidFill>
                <a:srgbClr val="000000"/>
              </a:solidFill>
              <a:latin typeface="Calibri"/>
              <a:ea typeface="Calibri"/>
              <a:cs typeface="Calibri"/>
              <a:sym typeface="Calibri"/>
            </a:endParaRPr>
          </a:p>
          <a:p>
            <a:pPr indent="0" lvl="0" marL="0" marR="0" rtl="0" algn="l">
              <a:lnSpc>
                <a:spcPct val="110000"/>
              </a:lnSpc>
              <a:spcBef>
                <a:spcPts val="0"/>
              </a:spcBef>
              <a:spcAft>
                <a:spcPts val="0"/>
              </a:spcAft>
              <a:buClr>
                <a:srgbClr val="1E2761"/>
              </a:buClr>
              <a:buSzPts val="1189"/>
              <a:buFont typeface="Cambria"/>
              <a:buNone/>
            </a:pPr>
            <a:r>
              <a:rPr b="1" i="0" lang="en" sz="1189" u="none" cap="none" strike="noStrike">
                <a:solidFill>
                  <a:srgbClr val="1E2761"/>
                </a:solidFill>
                <a:latin typeface="Cambria"/>
                <a:ea typeface="Cambria"/>
                <a:cs typeface="Cambria"/>
                <a:sym typeface="Cambria"/>
              </a:rPr>
              <a:t>Analysis &amp; Preprocessing</a:t>
            </a:r>
            <a:endParaRPr b="0" i="0" sz="1189" u="none" cap="none" strike="noStrike">
              <a:solidFill>
                <a:srgbClr val="000000"/>
              </a:solidFill>
              <a:latin typeface="Calibri"/>
              <a:ea typeface="Calibri"/>
              <a:cs typeface="Calibri"/>
              <a:sym typeface="Calibri"/>
            </a:endParaRPr>
          </a:p>
        </p:txBody>
      </p:sp>
      <p:sp>
        <p:nvSpPr>
          <p:cNvPr id="1530" name="Google Shape;1530;g3f6cc2b7739_0_158"/>
          <p:cNvSpPr/>
          <p:nvPr/>
        </p:nvSpPr>
        <p:spPr>
          <a:xfrm>
            <a:off x="2626100" y="3233700"/>
            <a:ext cx="1848000" cy="724800"/>
          </a:xfrm>
          <a:prstGeom prst="rect">
            <a:avLst/>
          </a:prstGeom>
          <a:noFill/>
          <a:ln>
            <a:noFill/>
          </a:ln>
        </p:spPr>
        <p:txBody>
          <a:bodyPr anchorCtr="0" anchor="ctr" bIns="36225" lIns="72475" spcFirstLastPara="1" rIns="72475" wrap="square" tIns="36225">
            <a:noAutofit/>
          </a:bodyPr>
          <a:lstStyle/>
          <a:p>
            <a:pPr indent="0" lvl="0" marL="0" marR="0" rtl="0" algn="l">
              <a:lnSpc>
                <a:spcPct val="120000"/>
              </a:lnSpc>
              <a:spcBef>
                <a:spcPts val="0"/>
              </a:spcBef>
              <a:spcAft>
                <a:spcPts val="0"/>
              </a:spcAft>
              <a:buClr>
                <a:srgbClr val="4A4E5A"/>
              </a:buClr>
              <a:buSzPts val="912"/>
              <a:buFont typeface="Calibri"/>
              <a:buNone/>
            </a:pPr>
            <a:r>
              <a:rPr lang="en" sz="1012">
                <a:solidFill>
                  <a:srgbClr val="4A4E5A"/>
                </a:solidFill>
                <a:latin typeface="Calibri"/>
                <a:ea typeface="Calibri"/>
                <a:cs typeface="Calibri"/>
                <a:sym typeface="Calibri"/>
              </a:rPr>
              <a:t>Memahami </a:t>
            </a:r>
            <a:r>
              <a:rPr b="0" i="0" lang="en" sz="1012" u="none" cap="none" strike="noStrike">
                <a:solidFill>
                  <a:srgbClr val="4A4E5A"/>
                </a:solidFill>
                <a:latin typeface="Calibri"/>
                <a:ea typeface="Calibri"/>
                <a:cs typeface="Calibri"/>
                <a:sym typeface="Calibri"/>
              </a:rPr>
              <a:t> pola &amp; karakteristik </a:t>
            </a:r>
            <a:r>
              <a:rPr lang="en" sz="1012">
                <a:solidFill>
                  <a:srgbClr val="4A4E5A"/>
                </a:solidFill>
                <a:latin typeface="Calibri"/>
                <a:ea typeface="Calibri"/>
                <a:cs typeface="Calibri"/>
                <a:sym typeface="Calibri"/>
              </a:rPr>
              <a:t>data </a:t>
            </a:r>
            <a:r>
              <a:rPr b="0" i="0" lang="en" sz="1012" u="none" cap="none" strike="noStrike">
                <a:solidFill>
                  <a:srgbClr val="4A4E5A"/>
                </a:solidFill>
                <a:latin typeface="Calibri"/>
                <a:ea typeface="Calibri"/>
                <a:cs typeface="Calibri"/>
                <a:sym typeface="Calibri"/>
              </a:rPr>
              <a:t>klaim dan preprocessing denga</a:t>
            </a:r>
            <a:r>
              <a:rPr lang="en" sz="1012">
                <a:solidFill>
                  <a:srgbClr val="4A4E5A"/>
                </a:solidFill>
                <a:latin typeface="Calibri"/>
                <a:ea typeface="Calibri"/>
                <a:cs typeface="Calibri"/>
                <a:sym typeface="Calibri"/>
              </a:rPr>
              <a:t>n One-Hot Encoding dan Robust</a:t>
            </a:r>
            <a:endParaRPr b="0" i="0" sz="1012" u="none" cap="none" strike="noStrike">
              <a:solidFill>
                <a:srgbClr val="000000"/>
              </a:solidFill>
              <a:latin typeface="Calibri"/>
              <a:ea typeface="Calibri"/>
              <a:cs typeface="Calibri"/>
              <a:sym typeface="Calibri"/>
            </a:endParaRPr>
          </a:p>
        </p:txBody>
      </p:sp>
      <p:sp>
        <p:nvSpPr>
          <p:cNvPr id="1531" name="Google Shape;1531;g3f6cc2b7739_0_158"/>
          <p:cNvSpPr/>
          <p:nvPr/>
        </p:nvSpPr>
        <p:spPr>
          <a:xfrm>
            <a:off x="4510511" y="2893593"/>
            <a:ext cx="130500" cy="217200"/>
          </a:xfrm>
          <a:prstGeom prst="chevron">
            <a:avLst>
              <a:gd fmla="val 50000" name="adj"/>
            </a:avLst>
          </a:prstGeom>
          <a:solidFill>
            <a:srgbClr val="3B82C4"/>
          </a:solidFill>
          <a:ln>
            <a:noFill/>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1532" name="Google Shape;1532;g3f6cc2b7739_0_158"/>
          <p:cNvSpPr/>
          <p:nvPr/>
        </p:nvSpPr>
        <p:spPr>
          <a:xfrm>
            <a:off x="4669961" y="1987627"/>
            <a:ext cx="1992900" cy="2101800"/>
          </a:xfrm>
          <a:prstGeom prst="roundRect">
            <a:avLst>
              <a:gd fmla="val 3636" name="adj"/>
            </a:avLst>
          </a:prstGeom>
          <a:solidFill>
            <a:srgbClr val="FFFFFF"/>
          </a:solidFill>
          <a:ln cap="flat" cmpd="sng" w="10050">
            <a:solidFill>
              <a:srgbClr val="E2E6F0"/>
            </a:solidFill>
            <a:prstDash val="solid"/>
            <a:round/>
            <a:headEnd len="sm" w="sm" type="none"/>
            <a:tailEnd len="sm" w="sm" type="none"/>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1533" name="Google Shape;1533;g3f6cc2b7739_0_158"/>
          <p:cNvSpPr/>
          <p:nvPr/>
        </p:nvSpPr>
        <p:spPr>
          <a:xfrm>
            <a:off x="4669961" y="1987627"/>
            <a:ext cx="1992900" cy="398700"/>
          </a:xfrm>
          <a:prstGeom prst="roundRect">
            <a:avLst>
              <a:gd fmla="val 18182" name="adj"/>
            </a:avLst>
          </a:prstGeom>
          <a:solidFill>
            <a:srgbClr val="1E2761"/>
          </a:solidFill>
          <a:ln>
            <a:noFill/>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1534" name="Google Shape;1534;g3f6cc2b7739_0_158"/>
          <p:cNvSpPr/>
          <p:nvPr/>
        </p:nvSpPr>
        <p:spPr>
          <a:xfrm>
            <a:off x="4669961" y="2205059"/>
            <a:ext cx="1992900" cy="181200"/>
          </a:xfrm>
          <a:prstGeom prst="rect">
            <a:avLst/>
          </a:prstGeom>
          <a:solidFill>
            <a:srgbClr val="1E2761"/>
          </a:solidFill>
          <a:ln>
            <a:noFill/>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1535" name="Google Shape;1535;g3f6cc2b7739_0_158"/>
          <p:cNvSpPr/>
          <p:nvPr/>
        </p:nvSpPr>
        <p:spPr>
          <a:xfrm>
            <a:off x="4669961" y="1987627"/>
            <a:ext cx="1992900" cy="398700"/>
          </a:xfrm>
          <a:prstGeom prst="rect">
            <a:avLst/>
          </a:prstGeom>
          <a:noFill/>
          <a:ln>
            <a:noFill/>
          </a:ln>
        </p:spPr>
        <p:txBody>
          <a:bodyPr anchorCtr="0" anchor="ctr" bIns="36225" lIns="72475" spcFirstLastPara="1" rIns="72475" wrap="square" tIns="36225">
            <a:noAutofit/>
          </a:bodyPr>
          <a:lstStyle/>
          <a:p>
            <a:pPr indent="0" lvl="0" marL="0" marR="0" rtl="0" algn="ctr">
              <a:spcBef>
                <a:spcPts val="0"/>
              </a:spcBef>
              <a:spcAft>
                <a:spcPts val="0"/>
              </a:spcAft>
              <a:buClr>
                <a:srgbClr val="CADCFC"/>
              </a:buClr>
              <a:buSzPts val="1268"/>
              <a:buFont typeface="Cambria"/>
              <a:buNone/>
            </a:pPr>
            <a:r>
              <a:rPr b="1" i="0" lang="en" sz="1268" u="none" cap="none" strike="noStrike">
                <a:solidFill>
                  <a:srgbClr val="CADCFC"/>
                </a:solidFill>
                <a:latin typeface="Cambria"/>
                <a:ea typeface="Cambria"/>
                <a:cs typeface="Cambria"/>
                <a:sym typeface="Cambria"/>
              </a:rPr>
              <a:t>03</a:t>
            </a:r>
            <a:endParaRPr b="0" i="0" sz="1268" u="none" cap="none" strike="noStrike">
              <a:solidFill>
                <a:srgbClr val="000000"/>
              </a:solidFill>
              <a:latin typeface="Calibri"/>
              <a:ea typeface="Calibri"/>
              <a:cs typeface="Calibri"/>
              <a:sym typeface="Calibri"/>
            </a:endParaRPr>
          </a:p>
        </p:txBody>
      </p:sp>
      <p:sp>
        <p:nvSpPr>
          <p:cNvPr id="1536" name="Google Shape;1536;g3f6cc2b7739_0_158"/>
          <p:cNvSpPr/>
          <p:nvPr/>
        </p:nvSpPr>
        <p:spPr>
          <a:xfrm>
            <a:off x="4814916" y="2567446"/>
            <a:ext cx="1703400" cy="652200"/>
          </a:xfrm>
          <a:prstGeom prst="rect">
            <a:avLst/>
          </a:prstGeom>
          <a:noFill/>
          <a:ln>
            <a:noFill/>
          </a:ln>
        </p:spPr>
        <p:txBody>
          <a:bodyPr anchorCtr="0" anchor="ctr" bIns="36225" lIns="72475" spcFirstLastPara="1" rIns="72475" wrap="square" tIns="36225">
            <a:noAutofit/>
          </a:bodyPr>
          <a:lstStyle/>
          <a:p>
            <a:pPr indent="0" lvl="0" marL="0" marR="0" rtl="0" algn="l">
              <a:lnSpc>
                <a:spcPct val="110000"/>
              </a:lnSpc>
              <a:spcBef>
                <a:spcPts val="0"/>
              </a:spcBef>
              <a:spcAft>
                <a:spcPts val="0"/>
              </a:spcAft>
              <a:buClr>
                <a:srgbClr val="1E2761"/>
              </a:buClr>
              <a:buSzPts val="1189"/>
              <a:buFont typeface="Cambria"/>
              <a:buNone/>
            </a:pPr>
            <a:r>
              <a:rPr b="1" i="0" lang="en" sz="1189" u="none" cap="none" strike="noStrike">
                <a:solidFill>
                  <a:srgbClr val="1E2761"/>
                </a:solidFill>
                <a:latin typeface="Cambria"/>
                <a:ea typeface="Cambria"/>
                <a:cs typeface="Cambria"/>
                <a:sym typeface="Cambria"/>
              </a:rPr>
              <a:t>Model Building</a:t>
            </a:r>
            <a:endParaRPr b="0" i="0" sz="1189" u="none" cap="none" strike="noStrike">
              <a:solidFill>
                <a:srgbClr val="000000"/>
              </a:solidFill>
              <a:latin typeface="Calibri"/>
              <a:ea typeface="Calibri"/>
              <a:cs typeface="Calibri"/>
              <a:sym typeface="Calibri"/>
            </a:endParaRPr>
          </a:p>
        </p:txBody>
      </p:sp>
      <p:sp>
        <p:nvSpPr>
          <p:cNvPr id="1537" name="Google Shape;1537;g3f6cc2b7739_0_158"/>
          <p:cNvSpPr/>
          <p:nvPr/>
        </p:nvSpPr>
        <p:spPr>
          <a:xfrm>
            <a:off x="4814916" y="3189154"/>
            <a:ext cx="1703400" cy="724800"/>
          </a:xfrm>
          <a:prstGeom prst="rect">
            <a:avLst/>
          </a:prstGeom>
          <a:noFill/>
          <a:ln>
            <a:noFill/>
          </a:ln>
        </p:spPr>
        <p:txBody>
          <a:bodyPr anchorCtr="0" anchor="ctr" bIns="36225" lIns="72475" spcFirstLastPara="1" rIns="72475" wrap="square" tIns="36225">
            <a:noAutofit/>
          </a:bodyPr>
          <a:lstStyle/>
          <a:p>
            <a:pPr indent="0" lvl="0" marL="0" marR="0" rtl="0" algn="l">
              <a:lnSpc>
                <a:spcPct val="120000"/>
              </a:lnSpc>
              <a:spcBef>
                <a:spcPts val="0"/>
              </a:spcBef>
              <a:spcAft>
                <a:spcPts val="0"/>
              </a:spcAft>
              <a:buClr>
                <a:srgbClr val="4A4E5A"/>
              </a:buClr>
              <a:buSzPts val="912"/>
              <a:buFont typeface="Calibri"/>
              <a:buNone/>
            </a:pPr>
            <a:r>
              <a:rPr b="0" i="0" lang="en" sz="1012" u="none" cap="none" strike="noStrike">
                <a:solidFill>
                  <a:srgbClr val="4A4E5A"/>
                </a:solidFill>
                <a:latin typeface="Calibri"/>
                <a:ea typeface="Calibri"/>
                <a:cs typeface="Calibri"/>
                <a:sym typeface="Calibri"/>
              </a:rPr>
              <a:t>Membangun &amp; membandingkan 3 model prediksi, yaitu Logistic Regression, Random F</a:t>
            </a:r>
            <a:r>
              <a:rPr lang="en" sz="1012">
                <a:solidFill>
                  <a:srgbClr val="4A4E5A"/>
                </a:solidFill>
                <a:latin typeface="Calibri"/>
                <a:ea typeface="Calibri"/>
                <a:cs typeface="Calibri"/>
                <a:sym typeface="Calibri"/>
              </a:rPr>
              <a:t>orest dan XGBoost</a:t>
            </a:r>
            <a:endParaRPr b="0" i="0" sz="1012" u="none" cap="none" strike="noStrike">
              <a:solidFill>
                <a:srgbClr val="000000"/>
              </a:solidFill>
              <a:latin typeface="Calibri"/>
              <a:ea typeface="Calibri"/>
              <a:cs typeface="Calibri"/>
              <a:sym typeface="Calibri"/>
            </a:endParaRPr>
          </a:p>
        </p:txBody>
      </p:sp>
      <p:sp>
        <p:nvSpPr>
          <p:cNvPr id="1538" name="Google Shape;1538;g3f6cc2b7739_0_158"/>
          <p:cNvSpPr/>
          <p:nvPr/>
        </p:nvSpPr>
        <p:spPr>
          <a:xfrm>
            <a:off x="6699323" y="2893593"/>
            <a:ext cx="130500" cy="217200"/>
          </a:xfrm>
          <a:prstGeom prst="chevron">
            <a:avLst>
              <a:gd fmla="val 50000" name="adj"/>
            </a:avLst>
          </a:prstGeom>
          <a:solidFill>
            <a:srgbClr val="3B82C4"/>
          </a:solidFill>
          <a:ln>
            <a:noFill/>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1539" name="Google Shape;1539;g3f6cc2b7739_0_158"/>
          <p:cNvSpPr/>
          <p:nvPr/>
        </p:nvSpPr>
        <p:spPr>
          <a:xfrm>
            <a:off x="6858773" y="1987627"/>
            <a:ext cx="1992900" cy="2101800"/>
          </a:xfrm>
          <a:prstGeom prst="roundRect">
            <a:avLst>
              <a:gd fmla="val 3636" name="adj"/>
            </a:avLst>
          </a:prstGeom>
          <a:solidFill>
            <a:srgbClr val="FFFFFF"/>
          </a:solidFill>
          <a:ln cap="flat" cmpd="sng" w="10050">
            <a:solidFill>
              <a:srgbClr val="E2E6F0"/>
            </a:solidFill>
            <a:prstDash val="solid"/>
            <a:round/>
            <a:headEnd len="sm" w="sm" type="none"/>
            <a:tailEnd len="sm" w="sm" type="none"/>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1540" name="Google Shape;1540;g3f6cc2b7739_0_158"/>
          <p:cNvSpPr/>
          <p:nvPr/>
        </p:nvSpPr>
        <p:spPr>
          <a:xfrm>
            <a:off x="6858773" y="1987627"/>
            <a:ext cx="1992900" cy="398700"/>
          </a:xfrm>
          <a:prstGeom prst="roundRect">
            <a:avLst>
              <a:gd fmla="val 18182" name="adj"/>
            </a:avLst>
          </a:prstGeom>
          <a:solidFill>
            <a:srgbClr val="1E2761"/>
          </a:solidFill>
          <a:ln>
            <a:noFill/>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1541" name="Google Shape;1541;g3f6cc2b7739_0_158"/>
          <p:cNvSpPr/>
          <p:nvPr/>
        </p:nvSpPr>
        <p:spPr>
          <a:xfrm>
            <a:off x="6858773" y="2205059"/>
            <a:ext cx="1992900" cy="181200"/>
          </a:xfrm>
          <a:prstGeom prst="rect">
            <a:avLst/>
          </a:prstGeom>
          <a:solidFill>
            <a:srgbClr val="1E2761"/>
          </a:solidFill>
          <a:ln>
            <a:noFill/>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1542" name="Google Shape;1542;g3f6cc2b7739_0_158"/>
          <p:cNvSpPr/>
          <p:nvPr/>
        </p:nvSpPr>
        <p:spPr>
          <a:xfrm>
            <a:off x="6858773" y="1987627"/>
            <a:ext cx="1992900" cy="398700"/>
          </a:xfrm>
          <a:prstGeom prst="rect">
            <a:avLst/>
          </a:prstGeom>
          <a:noFill/>
          <a:ln>
            <a:noFill/>
          </a:ln>
        </p:spPr>
        <p:txBody>
          <a:bodyPr anchorCtr="0" anchor="ctr" bIns="36225" lIns="72475" spcFirstLastPara="1" rIns="72475" wrap="square" tIns="36225">
            <a:noAutofit/>
          </a:bodyPr>
          <a:lstStyle/>
          <a:p>
            <a:pPr indent="0" lvl="0" marL="0" marR="0" rtl="0" algn="ctr">
              <a:spcBef>
                <a:spcPts val="0"/>
              </a:spcBef>
              <a:spcAft>
                <a:spcPts val="0"/>
              </a:spcAft>
              <a:buClr>
                <a:srgbClr val="CADCFC"/>
              </a:buClr>
              <a:buSzPts val="1268"/>
              <a:buFont typeface="Cambria"/>
              <a:buNone/>
            </a:pPr>
            <a:r>
              <a:rPr b="1" i="0" lang="en" sz="1268" u="none" cap="none" strike="noStrike">
                <a:solidFill>
                  <a:srgbClr val="CADCFC"/>
                </a:solidFill>
                <a:latin typeface="Cambria"/>
                <a:ea typeface="Cambria"/>
                <a:cs typeface="Cambria"/>
                <a:sym typeface="Cambria"/>
              </a:rPr>
              <a:t>04</a:t>
            </a:r>
            <a:endParaRPr b="0" i="0" sz="1268" u="none" cap="none" strike="noStrike">
              <a:solidFill>
                <a:srgbClr val="000000"/>
              </a:solidFill>
              <a:latin typeface="Calibri"/>
              <a:ea typeface="Calibri"/>
              <a:cs typeface="Calibri"/>
              <a:sym typeface="Calibri"/>
            </a:endParaRPr>
          </a:p>
        </p:txBody>
      </p:sp>
      <p:sp>
        <p:nvSpPr>
          <p:cNvPr id="1543" name="Google Shape;1543;g3f6cc2b7739_0_158"/>
          <p:cNvSpPr/>
          <p:nvPr/>
        </p:nvSpPr>
        <p:spPr>
          <a:xfrm>
            <a:off x="7003727" y="2567446"/>
            <a:ext cx="1703400" cy="652200"/>
          </a:xfrm>
          <a:prstGeom prst="rect">
            <a:avLst/>
          </a:prstGeom>
          <a:noFill/>
          <a:ln>
            <a:noFill/>
          </a:ln>
        </p:spPr>
        <p:txBody>
          <a:bodyPr anchorCtr="0" anchor="ctr" bIns="36225" lIns="72475" spcFirstLastPara="1" rIns="72475" wrap="square" tIns="36225">
            <a:noAutofit/>
          </a:bodyPr>
          <a:lstStyle/>
          <a:p>
            <a:pPr indent="0" lvl="0" marL="0" marR="0" rtl="0" algn="l">
              <a:lnSpc>
                <a:spcPct val="110000"/>
              </a:lnSpc>
              <a:spcBef>
                <a:spcPts val="0"/>
              </a:spcBef>
              <a:spcAft>
                <a:spcPts val="0"/>
              </a:spcAft>
              <a:buClr>
                <a:srgbClr val="1E2761"/>
              </a:buClr>
              <a:buSzPts val="1189"/>
              <a:buFont typeface="Cambria"/>
              <a:buNone/>
            </a:pPr>
            <a:r>
              <a:rPr b="1" i="0" lang="en" sz="1189" u="none" cap="none" strike="noStrike">
                <a:solidFill>
                  <a:srgbClr val="1E2761"/>
                </a:solidFill>
                <a:latin typeface="Cambria"/>
                <a:ea typeface="Cambria"/>
                <a:cs typeface="Cambria"/>
                <a:sym typeface="Cambria"/>
              </a:rPr>
              <a:t>Evaluasi Model</a:t>
            </a:r>
            <a:endParaRPr b="0" i="0" sz="1189" u="none" cap="none" strike="noStrike">
              <a:solidFill>
                <a:srgbClr val="000000"/>
              </a:solidFill>
              <a:latin typeface="Calibri"/>
              <a:ea typeface="Calibri"/>
              <a:cs typeface="Calibri"/>
              <a:sym typeface="Calibri"/>
            </a:endParaRPr>
          </a:p>
        </p:txBody>
      </p:sp>
      <p:sp>
        <p:nvSpPr>
          <p:cNvPr id="1544" name="Google Shape;1544;g3f6cc2b7739_0_158"/>
          <p:cNvSpPr/>
          <p:nvPr/>
        </p:nvSpPr>
        <p:spPr>
          <a:xfrm>
            <a:off x="7003727" y="3200292"/>
            <a:ext cx="1703400" cy="724800"/>
          </a:xfrm>
          <a:prstGeom prst="rect">
            <a:avLst/>
          </a:prstGeom>
          <a:noFill/>
          <a:ln>
            <a:noFill/>
          </a:ln>
        </p:spPr>
        <p:txBody>
          <a:bodyPr anchorCtr="0" anchor="ctr" bIns="36225" lIns="72475" spcFirstLastPara="1" rIns="72475" wrap="square" tIns="36225">
            <a:noAutofit/>
          </a:bodyPr>
          <a:lstStyle/>
          <a:p>
            <a:pPr indent="0" lvl="0" marL="0" marR="0" rtl="0" algn="l">
              <a:lnSpc>
                <a:spcPct val="120000"/>
              </a:lnSpc>
              <a:spcBef>
                <a:spcPts val="0"/>
              </a:spcBef>
              <a:spcAft>
                <a:spcPts val="0"/>
              </a:spcAft>
              <a:buClr>
                <a:srgbClr val="4A4E5A"/>
              </a:buClr>
              <a:buSzPts val="912"/>
              <a:buFont typeface="Calibri"/>
              <a:buNone/>
            </a:pPr>
            <a:r>
              <a:rPr lang="en" sz="1012">
                <a:solidFill>
                  <a:srgbClr val="4A4E5A"/>
                </a:solidFill>
                <a:latin typeface="Calibri"/>
                <a:ea typeface="Calibri"/>
                <a:cs typeface="Calibri"/>
                <a:sym typeface="Calibri"/>
              </a:rPr>
              <a:t>Melakukan evaluasi model dengan Recall, Precision, Accuracy, F1, F2, ROC-AUC</a:t>
            </a:r>
            <a:endParaRPr sz="1012">
              <a:solidFill>
                <a:srgbClr val="4A4E5A"/>
              </a:solidFill>
              <a:latin typeface="Calibri"/>
              <a:ea typeface="Calibri"/>
              <a:cs typeface="Calibri"/>
              <a:sym typeface="Calibri"/>
            </a:endParaRPr>
          </a:p>
          <a:p>
            <a:pPr indent="0" lvl="0" marL="0" marR="0" rtl="0" algn="l">
              <a:lnSpc>
                <a:spcPct val="120000"/>
              </a:lnSpc>
              <a:spcBef>
                <a:spcPts val="0"/>
              </a:spcBef>
              <a:spcAft>
                <a:spcPts val="0"/>
              </a:spcAft>
              <a:buClr>
                <a:srgbClr val="4A4E5A"/>
              </a:buClr>
              <a:buSzPts val="912"/>
              <a:buFont typeface="Calibri"/>
              <a:buNone/>
            </a:pPr>
            <a:r>
              <a:rPr lang="en" sz="1012">
                <a:solidFill>
                  <a:srgbClr val="4A4E5A"/>
                </a:solidFill>
                <a:latin typeface="Calibri"/>
                <a:ea typeface="Calibri"/>
                <a:cs typeface="Calibri"/>
                <a:sym typeface="Calibri"/>
              </a:rPr>
              <a:t>dan m</a:t>
            </a:r>
            <a:r>
              <a:rPr b="0" i="0" lang="en" sz="1012" u="none" cap="none" strike="noStrike">
                <a:solidFill>
                  <a:srgbClr val="4A4E5A"/>
                </a:solidFill>
                <a:latin typeface="Calibri"/>
                <a:ea typeface="Calibri"/>
                <a:cs typeface="Calibri"/>
                <a:sym typeface="Calibri"/>
              </a:rPr>
              <a:t>emilih model terbaik untuk digunakan</a:t>
            </a:r>
            <a:endParaRPr b="0" i="0" sz="1012" u="none" cap="none" strike="noStrike">
              <a:solidFill>
                <a:srgbClr val="000000"/>
              </a:solidFill>
              <a:latin typeface="Calibri"/>
              <a:ea typeface="Calibri"/>
              <a:cs typeface="Calibri"/>
              <a:sym typeface="Calibri"/>
            </a:endParaRPr>
          </a:p>
        </p:txBody>
      </p:sp>
      <p:sp>
        <p:nvSpPr>
          <p:cNvPr id="1545" name="Google Shape;1545;g3f6cc2b7739_0_158"/>
          <p:cNvSpPr/>
          <p:nvPr/>
        </p:nvSpPr>
        <p:spPr>
          <a:xfrm>
            <a:off x="292338" y="4270662"/>
            <a:ext cx="8552100" cy="289800"/>
          </a:xfrm>
          <a:prstGeom prst="rect">
            <a:avLst/>
          </a:prstGeom>
          <a:noFill/>
          <a:ln>
            <a:noFill/>
          </a:ln>
        </p:spPr>
        <p:txBody>
          <a:bodyPr anchorCtr="0" anchor="ctr" bIns="36225" lIns="72475" spcFirstLastPara="1" rIns="72475" wrap="square" tIns="36225">
            <a:noAutofit/>
          </a:bodyPr>
          <a:lstStyle/>
          <a:p>
            <a:pPr indent="0" lvl="0" marL="0" marR="0" rtl="0" algn="l">
              <a:spcBef>
                <a:spcPts val="0"/>
              </a:spcBef>
              <a:spcAft>
                <a:spcPts val="0"/>
              </a:spcAft>
              <a:buClr>
                <a:srgbClr val="3B82C4"/>
              </a:buClr>
              <a:buSzPts val="1030"/>
              <a:buFont typeface="Calibri"/>
              <a:buNone/>
            </a:pPr>
            <a:r>
              <a:rPr b="0" i="1" lang="en" sz="1030" u="none" cap="none" strike="noStrike">
                <a:solidFill>
                  <a:srgbClr val="3B82C4"/>
                </a:solidFill>
                <a:latin typeface="Calibri"/>
                <a:ea typeface="Calibri"/>
                <a:cs typeface="Calibri"/>
                <a:sym typeface="Calibri"/>
              </a:rPr>
              <a:t>Tiga model dibandingkan: Logistic Regression · Random Forest · XGBoost</a:t>
            </a:r>
            <a:endParaRPr b="0" i="0" sz="1030" u="none" cap="none" strike="noStrik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9" name="Shape 1549"/>
        <p:cNvGrpSpPr/>
        <p:nvPr/>
      </p:nvGrpSpPr>
      <p:grpSpPr>
        <a:xfrm>
          <a:off x="0" y="0"/>
          <a:ext cx="0" cy="0"/>
          <a:chOff x="0" y="0"/>
          <a:chExt cx="0" cy="0"/>
        </a:xfrm>
      </p:grpSpPr>
      <p:grpSp>
        <p:nvGrpSpPr>
          <p:cNvPr id="1550" name="Google Shape;1550;p27"/>
          <p:cNvGrpSpPr/>
          <p:nvPr/>
        </p:nvGrpSpPr>
        <p:grpSpPr>
          <a:xfrm>
            <a:off x="5151205" y="1323607"/>
            <a:ext cx="3432984" cy="2496295"/>
            <a:chOff x="331763" y="414153"/>
            <a:chExt cx="6903246" cy="5019697"/>
          </a:xfrm>
        </p:grpSpPr>
        <p:sp>
          <p:nvSpPr>
            <p:cNvPr id="1551" name="Google Shape;1551;p27"/>
            <p:cNvSpPr/>
            <p:nvPr/>
          </p:nvSpPr>
          <p:spPr>
            <a:xfrm>
              <a:off x="2953125" y="4725150"/>
              <a:ext cx="1660725" cy="708700"/>
            </a:xfrm>
            <a:custGeom>
              <a:rect b="b" l="l" r="r" t="t"/>
              <a:pathLst>
                <a:path extrusionOk="0" h="28348" w="66429">
                  <a:moveTo>
                    <a:pt x="6889" y="1"/>
                  </a:moveTo>
                  <a:lnTo>
                    <a:pt x="1" y="28347"/>
                  </a:lnTo>
                  <a:lnTo>
                    <a:pt x="66429" y="28347"/>
                  </a:lnTo>
                  <a:lnTo>
                    <a:pt x="59475" y="1"/>
                  </a:lnTo>
                  <a:lnTo>
                    <a:pt x="33182" y="464"/>
                  </a:lnTo>
                  <a:lnTo>
                    <a:pt x="688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p27"/>
            <p:cNvSpPr/>
            <p:nvPr/>
          </p:nvSpPr>
          <p:spPr>
            <a:xfrm>
              <a:off x="331763" y="414153"/>
              <a:ext cx="6903246" cy="4353879"/>
            </a:xfrm>
            <a:custGeom>
              <a:rect b="b" l="l" r="r" t="t"/>
              <a:pathLst>
                <a:path extrusionOk="0" h="181204" w="248162">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p27"/>
            <p:cNvSpPr/>
            <p:nvPr/>
          </p:nvSpPr>
          <p:spPr>
            <a:xfrm>
              <a:off x="2772650" y="5206975"/>
              <a:ext cx="2020025" cy="226875"/>
            </a:xfrm>
            <a:custGeom>
              <a:rect b="b" l="l" r="r" t="t"/>
              <a:pathLst>
                <a:path extrusionOk="0" h="9075" w="80801">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54" name="Google Shape;1554;p27"/>
          <p:cNvSpPr txBox="1"/>
          <p:nvPr>
            <p:ph type="title"/>
          </p:nvPr>
        </p:nvSpPr>
        <p:spPr>
          <a:xfrm>
            <a:off x="720000" y="2321746"/>
            <a:ext cx="3618000" cy="618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5200"/>
              <a:t>05</a:t>
            </a:r>
            <a:endParaRPr sz="5200"/>
          </a:p>
          <a:p>
            <a:pPr indent="0" lvl="0" marL="0" rtl="0" algn="l">
              <a:lnSpc>
                <a:spcPct val="100000"/>
              </a:lnSpc>
              <a:spcBef>
                <a:spcPts val="0"/>
              </a:spcBef>
              <a:spcAft>
                <a:spcPts val="0"/>
              </a:spcAft>
              <a:buSzPts val="3000"/>
              <a:buNone/>
            </a:pPr>
            <a:r>
              <a:rPr lang="en" sz="2900"/>
              <a:t>Hasil &amp; Model Terbaik</a:t>
            </a:r>
            <a:endParaRPr sz="2900"/>
          </a:p>
        </p:txBody>
      </p:sp>
      <p:sp>
        <p:nvSpPr>
          <p:cNvPr id="1555" name="Google Shape;1555;p27"/>
          <p:cNvSpPr txBox="1"/>
          <p:nvPr>
            <p:ph idx="1" type="subTitle"/>
          </p:nvPr>
        </p:nvSpPr>
        <p:spPr>
          <a:xfrm>
            <a:off x="720000" y="2784311"/>
            <a:ext cx="3299700" cy="80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a:t>Logistic Regression terpilih dengan F2-Score 99,65% dan Recall 100%.</a:t>
            </a:r>
            <a:endParaRPr/>
          </a:p>
        </p:txBody>
      </p:sp>
      <p:grpSp>
        <p:nvGrpSpPr>
          <p:cNvPr id="1556" name="Google Shape;1556;p27"/>
          <p:cNvGrpSpPr/>
          <p:nvPr/>
        </p:nvGrpSpPr>
        <p:grpSpPr>
          <a:xfrm>
            <a:off x="4337895" y="2008247"/>
            <a:ext cx="1085387" cy="2203147"/>
            <a:chOff x="5186401" y="494525"/>
            <a:chExt cx="1834973" cy="3724678"/>
          </a:xfrm>
        </p:grpSpPr>
        <p:sp>
          <p:nvSpPr>
            <p:cNvPr id="1557" name="Google Shape;1557;p27"/>
            <p:cNvSpPr/>
            <p:nvPr/>
          </p:nvSpPr>
          <p:spPr>
            <a:xfrm>
              <a:off x="5186401" y="494525"/>
              <a:ext cx="1834973" cy="3724678"/>
            </a:xfrm>
            <a:custGeom>
              <a:rect b="b" l="l" r="r" t="t"/>
              <a:pathLst>
                <a:path extrusionOk="0" h="189190" w="93205">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8" name="Google Shape;1558;p27"/>
            <p:cNvSpPr/>
            <p:nvPr/>
          </p:nvSpPr>
          <p:spPr>
            <a:xfrm>
              <a:off x="5890455" y="3969678"/>
              <a:ext cx="458108" cy="154724"/>
            </a:xfrm>
            <a:custGeom>
              <a:rect b="b" l="l" r="r" t="t"/>
              <a:pathLst>
                <a:path extrusionOk="0" h="7859" w="23269">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559" name="Google Shape;1559;p27"/>
          <p:cNvPicPr preferRelativeResize="0"/>
          <p:nvPr>
            <p:ph idx="2" type="pic"/>
          </p:nvPr>
        </p:nvPicPr>
        <p:blipFill rotWithShape="1">
          <a:blip r:embed="rId3">
            <a:alphaModFix/>
          </a:blip>
          <a:srcRect b="0" l="36242" r="31560" t="0"/>
          <a:stretch/>
        </p:blipFill>
        <p:spPr>
          <a:xfrm flipH="1">
            <a:off x="4415151" y="2102975"/>
            <a:ext cx="930874" cy="1847598"/>
          </a:xfrm>
          <a:prstGeom prst="rect">
            <a:avLst/>
          </a:prstGeom>
          <a:noFill/>
          <a:ln>
            <a:noFill/>
          </a:ln>
        </p:spPr>
      </p:pic>
      <p:pic>
        <p:nvPicPr>
          <p:cNvPr id="1560" name="Google Shape;1560;p27" title="ppt.png"/>
          <p:cNvPicPr preferRelativeResize="0"/>
          <p:nvPr/>
        </p:nvPicPr>
        <p:blipFill>
          <a:blip r:embed="rId4">
            <a:alphaModFix/>
          </a:blip>
          <a:stretch>
            <a:fillRect/>
          </a:stretch>
        </p:blipFill>
        <p:spPr>
          <a:xfrm>
            <a:off x="5386175" y="1430622"/>
            <a:ext cx="3084273" cy="1951774"/>
          </a:xfrm>
          <a:prstGeom prst="rect">
            <a:avLst/>
          </a:prstGeom>
          <a:noFill/>
          <a:ln>
            <a:noFill/>
          </a:ln>
        </p:spPr>
      </p:pic>
      <p:pic>
        <p:nvPicPr>
          <p:cNvPr id="1561" name="Google Shape;1561;p27" title="ppt2.png"/>
          <p:cNvPicPr preferRelativeResize="0"/>
          <p:nvPr/>
        </p:nvPicPr>
        <p:blipFill>
          <a:blip r:embed="rId5">
            <a:alphaModFix/>
          </a:blip>
          <a:stretch>
            <a:fillRect/>
          </a:stretch>
        </p:blipFill>
        <p:spPr>
          <a:xfrm>
            <a:off x="5639350" y="1522475"/>
            <a:ext cx="2456700" cy="1847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5" name="Shape 1565"/>
        <p:cNvGrpSpPr/>
        <p:nvPr/>
      </p:nvGrpSpPr>
      <p:grpSpPr>
        <a:xfrm>
          <a:off x="0" y="0"/>
          <a:ext cx="0" cy="0"/>
          <a:chOff x="0" y="0"/>
          <a:chExt cx="0" cy="0"/>
        </a:xfrm>
      </p:grpSpPr>
      <p:pic>
        <p:nvPicPr>
          <p:cNvPr id="1566" name="Google Shape;1566;g3f6cc2b7739_0_285" title="ppt.png"/>
          <p:cNvPicPr preferRelativeResize="0"/>
          <p:nvPr/>
        </p:nvPicPr>
        <p:blipFill>
          <a:blip r:embed="rId3">
            <a:alphaModFix/>
          </a:blip>
          <a:stretch>
            <a:fillRect/>
          </a:stretch>
        </p:blipFill>
        <p:spPr>
          <a:xfrm>
            <a:off x="5386175" y="1430622"/>
            <a:ext cx="3084273" cy="1951774"/>
          </a:xfrm>
          <a:prstGeom prst="rect">
            <a:avLst/>
          </a:prstGeom>
          <a:noFill/>
          <a:ln>
            <a:noFill/>
          </a:ln>
        </p:spPr>
      </p:pic>
      <p:sp>
        <p:nvSpPr>
          <p:cNvPr id="1567" name="Google Shape;1567;g3f6cc2b7739_0_285"/>
          <p:cNvSpPr/>
          <p:nvPr/>
        </p:nvSpPr>
        <p:spPr>
          <a:xfrm>
            <a:off x="1826550" y="596372"/>
            <a:ext cx="5442900" cy="1009500"/>
          </a:xfrm>
          <a:prstGeom prst="rect">
            <a:avLst/>
          </a:prstGeom>
          <a:noFill/>
          <a:ln>
            <a:noFill/>
          </a:ln>
        </p:spPr>
        <p:txBody>
          <a:bodyPr anchorCtr="0" anchor="ctr" bIns="37250" lIns="74525" spcFirstLastPara="1" rIns="74525" wrap="square" tIns="37250">
            <a:noAutofit/>
          </a:bodyPr>
          <a:lstStyle/>
          <a:p>
            <a:pPr indent="0" lvl="0" marL="0" marR="0" rtl="0" algn="l">
              <a:lnSpc>
                <a:spcPct val="125000"/>
              </a:lnSpc>
              <a:spcBef>
                <a:spcPts val="0"/>
              </a:spcBef>
              <a:spcAft>
                <a:spcPts val="0"/>
              </a:spcAft>
              <a:buClr>
                <a:srgbClr val="4A4E5A"/>
              </a:buClr>
              <a:buSzPts val="1182"/>
              <a:buFont typeface="Calibri"/>
              <a:buNone/>
            </a:pPr>
            <a:r>
              <a:rPr b="0" i="0" lang="en" sz="1182" u="none" cap="none" strike="noStrike">
                <a:solidFill>
                  <a:srgbClr val="4A4E5A"/>
                </a:solidFill>
                <a:latin typeface="Calibri"/>
                <a:ea typeface="Calibri"/>
                <a:cs typeface="Calibri"/>
                <a:sym typeface="Calibri"/>
              </a:rPr>
              <a:t>Model dinilai dari seberapa baik ia membedakan customer yang berpotensi klaim vs tidak. Karena melewatkan klaim yang sebenarnya terjadi jauh lebih merugikan daripada salah menduga, kemampuan menangkap kasus klaim (Recall) menjadi prioritas utama.</a:t>
            </a:r>
            <a:endParaRPr b="0" i="0" sz="1182" u="none" cap="none" strike="noStrike">
              <a:solidFill>
                <a:srgbClr val="000000"/>
              </a:solidFill>
              <a:latin typeface="Calibri"/>
              <a:ea typeface="Calibri"/>
              <a:cs typeface="Calibri"/>
              <a:sym typeface="Calibri"/>
            </a:endParaRPr>
          </a:p>
        </p:txBody>
      </p:sp>
      <p:sp>
        <p:nvSpPr>
          <p:cNvPr id="1568" name="Google Shape;1568;g3f6cc2b7739_0_285"/>
          <p:cNvSpPr/>
          <p:nvPr/>
        </p:nvSpPr>
        <p:spPr>
          <a:xfrm>
            <a:off x="100149" y="1863623"/>
            <a:ext cx="4174500" cy="2609100"/>
          </a:xfrm>
          <a:prstGeom prst="roundRect">
            <a:avLst>
              <a:gd fmla="val 3429" name="adj"/>
            </a:avLst>
          </a:prstGeom>
          <a:solidFill>
            <a:srgbClr val="1E2761"/>
          </a:solidFill>
          <a:ln>
            <a:noFill/>
          </a:ln>
        </p:spPr>
        <p:txBody>
          <a:bodyPr anchorCtr="0" anchor="ctr" bIns="74525" lIns="74525" spcFirstLastPara="1" rIns="74525" wrap="square" tIns="74525">
            <a:noAutofit/>
          </a:bodyPr>
          <a:lstStyle/>
          <a:p>
            <a:pPr indent="0" lvl="0" marL="0" rtl="0" algn="l">
              <a:spcBef>
                <a:spcPts val="0"/>
              </a:spcBef>
              <a:spcAft>
                <a:spcPts val="0"/>
              </a:spcAft>
              <a:buNone/>
            </a:pPr>
            <a:r>
              <a:t/>
            </a:r>
            <a:endParaRPr/>
          </a:p>
        </p:txBody>
      </p:sp>
      <p:sp>
        <p:nvSpPr>
          <p:cNvPr id="1569" name="Google Shape;1569;g3f6cc2b7739_0_285"/>
          <p:cNvSpPr/>
          <p:nvPr/>
        </p:nvSpPr>
        <p:spPr>
          <a:xfrm>
            <a:off x="361056" y="2049986"/>
            <a:ext cx="3727200" cy="261000"/>
          </a:xfrm>
          <a:prstGeom prst="rect">
            <a:avLst/>
          </a:prstGeom>
          <a:noFill/>
          <a:ln>
            <a:noFill/>
          </a:ln>
        </p:spPr>
        <p:txBody>
          <a:bodyPr anchorCtr="0" anchor="ctr" bIns="37250" lIns="74525" spcFirstLastPara="1" rIns="74525" wrap="square" tIns="37250">
            <a:noAutofit/>
          </a:bodyPr>
          <a:lstStyle/>
          <a:p>
            <a:pPr indent="0" lvl="0" marL="0" marR="0" rtl="0" algn="l">
              <a:spcBef>
                <a:spcPts val="0"/>
              </a:spcBef>
              <a:spcAft>
                <a:spcPts val="0"/>
              </a:spcAft>
              <a:buClr>
                <a:srgbClr val="CADCFC"/>
              </a:buClr>
              <a:buSzPts val="897"/>
              <a:buFont typeface="Calibri"/>
              <a:buNone/>
            </a:pPr>
            <a:r>
              <a:rPr b="1" i="0" lang="en" sz="897" u="none" cap="none" strike="noStrike">
                <a:solidFill>
                  <a:srgbClr val="CADCFC"/>
                </a:solidFill>
                <a:latin typeface="Calibri"/>
                <a:ea typeface="Calibri"/>
                <a:cs typeface="Calibri"/>
                <a:sym typeface="Calibri"/>
              </a:rPr>
              <a:t>METRIC UTAMA</a:t>
            </a:r>
            <a:endParaRPr b="0" i="0" sz="897" u="none" cap="none" strike="noStrike">
              <a:solidFill>
                <a:srgbClr val="000000"/>
              </a:solidFill>
              <a:latin typeface="Calibri"/>
              <a:ea typeface="Calibri"/>
              <a:cs typeface="Calibri"/>
              <a:sym typeface="Calibri"/>
            </a:endParaRPr>
          </a:p>
        </p:txBody>
      </p:sp>
      <p:sp>
        <p:nvSpPr>
          <p:cNvPr id="1570" name="Google Shape;1570;g3f6cc2b7739_0_285"/>
          <p:cNvSpPr/>
          <p:nvPr/>
        </p:nvSpPr>
        <p:spPr>
          <a:xfrm>
            <a:off x="361056" y="2310893"/>
            <a:ext cx="3727200" cy="596400"/>
          </a:xfrm>
          <a:prstGeom prst="rect">
            <a:avLst/>
          </a:prstGeom>
          <a:noFill/>
          <a:ln>
            <a:noFill/>
          </a:ln>
        </p:spPr>
        <p:txBody>
          <a:bodyPr anchorCtr="0" anchor="ctr" bIns="37250" lIns="74525" spcFirstLastPara="1" rIns="74525" wrap="square" tIns="37250">
            <a:noAutofit/>
          </a:bodyPr>
          <a:lstStyle/>
          <a:p>
            <a:pPr indent="0" lvl="0" marL="0" marR="0" rtl="0" algn="l">
              <a:spcBef>
                <a:spcPts val="0"/>
              </a:spcBef>
              <a:spcAft>
                <a:spcPts val="0"/>
              </a:spcAft>
              <a:buClr>
                <a:srgbClr val="FFFFFF"/>
              </a:buClr>
              <a:buSzPts val="2772"/>
              <a:buFont typeface="Cambria"/>
              <a:buNone/>
            </a:pPr>
            <a:r>
              <a:rPr b="1" i="0" lang="en" sz="2772" u="none" cap="none" strike="noStrike">
                <a:solidFill>
                  <a:srgbClr val="FFFFFF"/>
                </a:solidFill>
                <a:latin typeface="Cambria"/>
                <a:ea typeface="Cambria"/>
                <a:cs typeface="Cambria"/>
                <a:sym typeface="Cambria"/>
              </a:rPr>
              <a:t>F2-Score</a:t>
            </a:r>
            <a:endParaRPr b="0" i="0" sz="2772" u="none" cap="none" strike="noStrike">
              <a:solidFill>
                <a:srgbClr val="000000"/>
              </a:solidFill>
              <a:latin typeface="Calibri"/>
              <a:ea typeface="Calibri"/>
              <a:cs typeface="Calibri"/>
              <a:sym typeface="Calibri"/>
            </a:endParaRPr>
          </a:p>
        </p:txBody>
      </p:sp>
      <p:sp>
        <p:nvSpPr>
          <p:cNvPr id="1571" name="Google Shape;1571;g3f6cc2b7739_0_285"/>
          <p:cNvSpPr/>
          <p:nvPr/>
        </p:nvSpPr>
        <p:spPr>
          <a:xfrm>
            <a:off x="361056" y="2944524"/>
            <a:ext cx="3652500" cy="745500"/>
          </a:xfrm>
          <a:prstGeom prst="rect">
            <a:avLst/>
          </a:prstGeom>
          <a:noFill/>
          <a:ln>
            <a:noFill/>
          </a:ln>
        </p:spPr>
        <p:txBody>
          <a:bodyPr anchorCtr="0" anchor="ctr" bIns="37250" lIns="74525" spcFirstLastPara="1" rIns="74525" wrap="square" tIns="37250">
            <a:noAutofit/>
          </a:bodyPr>
          <a:lstStyle/>
          <a:p>
            <a:pPr indent="0" lvl="0" marL="0" marR="0" rtl="0" algn="l">
              <a:lnSpc>
                <a:spcPct val="125000"/>
              </a:lnSpc>
              <a:spcBef>
                <a:spcPts val="0"/>
              </a:spcBef>
              <a:spcAft>
                <a:spcPts val="0"/>
              </a:spcAft>
              <a:buClr>
                <a:srgbClr val="CADCFC"/>
              </a:buClr>
              <a:buSzPts val="1060"/>
              <a:buFont typeface="Calibri"/>
              <a:buNone/>
            </a:pPr>
            <a:r>
              <a:rPr b="0" i="0" lang="en" sz="1060" u="none" cap="none" strike="noStrike">
                <a:solidFill>
                  <a:srgbClr val="CADCFC"/>
                </a:solidFill>
                <a:latin typeface="Calibri"/>
                <a:ea typeface="Calibri"/>
                <a:cs typeface="Calibri"/>
                <a:sym typeface="Calibri"/>
              </a:rPr>
              <a:t>Metrik gabungan yang memberi bobot lebih besar pada kemampuan mendeteksi customer yang benar-benar akan klaim, dibanding sekadar akurasi keseluruhan.</a:t>
            </a:r>
            <a:endParaRPr b="0" i="0" sz="1060" u="none" cap="none" strike="noStrike">
              <a:solidFill>
                <a:srgbClr val="000000"/>
              </a:solidFill>
              <a:latin typeface="Calibri"/>
              <a:ea typeface="Calibri"/>
              <a:cs typeface="Calibri"/>
              <a:sym typeface="Calibri"/>
            </a:endParaRPr>
          </a:p>
        </p:txBody>
      </p:sp>
      <p:cxnSp>
        <p:nvCxnSpPr>
          <p:cNvPr id="1572" name="Google Shape;1572;g3f6cc2b7739_0_285"/>
          <p:cNvCxnSpPr/>
          <p:nvPr/>
        </p:nvCxnSpPr>
        <p:spPr>
          <a:xfrm>
            <a:off x="361056" y="3764518"/>
            <a:ext cx="3652500" cy="0"/>
          </a:xfrm>
          <a:prstGeom prst="straightConnector1">
            <a:avLst/>
          </a:prstGeom>
          <a:noFill/>
          <a:ln cap="flat" cmpd="sng" w="10350">
            <a:solidFill>
              <a:srgbClr val="3A4590"/>
            </a:solidFill>
            <a:prstDash val="solid"/>
            <a:round/>
            <a:headEnd len="sm" w="sm" type="none"/>
            <a:tailEnd len="sm" w="sm" type="none"/>
          </a:ln>
        </p:spPr>
      </p:cxnSp>
      <p:sp>
        <p:nvSpPr>
          <p:cNvPr id="1573" name="Google Shape;1573;g3f6cc2b7739_0_285"/>
          <p:cNvSpPr/>
          <p:nvPr/>
        </p:nvSpPr>
        <p:spPr>
          <a:xfrm>
            <a:off x="361056" y="3876335"/>
            <a:ext cx="3652500" cy="522000"/>
          </a:xfrm>
          <a:prstGeom prst="rect">
            <a:avLst/>
          </a:prstGeom>
          <a:noFill/>
          <a:ln>
            <a:noFill/>
          </a:ln>
        </p:spPr>
        <p:txBody>
          <a:bodyPr anchorCtr="0" anchor="ctr" bIns="37250" lIns="74525" spcFirstLastPara="1" rIns="74525" wrap="square" tIns="37250">
            <a:noAutofit/>
          </a:bodyPr>
          <a:lstStyle/>
          <a:p>
            <a:pPr indent="0" lvl="0" marL="0" marR="0" rtl="0" algn="l">
              <a:lnSpc>
                <a:spcPct val="120000"/>
              </a:lnSpc>
              <a:spcBef>
                <a:spcPts val="0"/>
              </a:spcBef>
              <a:spcAft>
                <a:spcPts val="0"/>
              </a:spcAft>
              <a:buClr>
                <a:srgbClr val="9AB0DE"/>
              </a:buClr>
              <a:buSzPts val="978"/>
              <a:buFont typeface="Calibri"/>
              <a:buNone/>
            </a:pPr>
            <a:r>
              <a:rPr b="0" i="1" lang="en" sz="978" u="none" cap="none" strike="noStrike">
                <a:solidFill>
                  <a:srgbClr val="9AB0DE"/>
                </a:solidFill>
                <a:latin typeface="Calibri"/>
                <a:ea typeface="Calibri"/>
                <a:cs typeface="Calibri"/>
                <a:sym typeface="Calibri"/>
              </a:rPr>
              <a:t>Tujuan: meminimalkan kasus customer yang sebenarnya akan klaim, tetapi diprediksi tidak akan klaim.</a:t>
            </a:r>
            <a:endParaRPr b="0" i="0" sz="978" u="none" cap="none" strike="noStrike">
              <a:solidFill>
                <a:srgbClr val="000000"/>
              </a:solidFill>
              <a:latin typeface="Calibri"/>
              <a:ea typeface="Calibri"/>
              <a:cs typeface="Calibri"/>
              <a:sym typeface="Calibri"/>
            </a:endParaRPr>
          </a:p>
        </p:txBody>
      </p:sp>
      <p:sp>
        <p:nvSpPr>
          <p:cNvPr id="1574" name="Google Shape;1574;g3f6cc2b7739_0_285"/>
          <p:cNvSpPr/>
          <p:nvPr/>
        </p:nvSpPr>
        <p:spPr>
          <a:xfrm>
            <a:off x="4498291" y="1863623"/>
            <a:ext cx="4659000" cy="581400"/>
          </a:xfrm>
          <a:prstGeom prst="roundRect">
            <a:avLst>
              <a:gd fmla="val 10256" name="adj"/>
            </a:avLst>
          </a:prstGeom>
          <a:solidFill>
            <a:srgbClr val="FFFFFF"/>
          </a:solidFill>
          <a:ln cap="flat" cmpd="sng" w="10350">
            <a:solidFill>
              <a:srgbClr val="E2E6F0"/>
            </a:solidFill>
            <a:prstDash val="solid"/>
            <a:round/>
            <a:headEnd len="sm" w="sm" type="none"/>
            <a:tailEnd len="sm" w="sm" type="none"/>
          </a:ln>
        </p:spPr>
        <p:txBody>
          <a:bodyPr anchorCtr="0" anchor="ctr" bIns="74525" lIns="74525" spcFirstLastPara="1" rIns="74525" wrap="square" tIns="74525">
            <a:noAutofit/>
          </a:bodyPr>
          <a:lstStyle/>
          <a:p>
            <a:pPr indent="0" lvl="0" marL="0" rtl="0" algn="l">
              <a:spcBef>
                <a:spcPts val="0"/>
              </a:spcBef>
              <a:spcAft>
                <a:spcPts val="0"/>
              </a:spcAft>
              <a:buNone/>
            </a:pPr>
            <a:r>
              <a:t/>
            </a:r>
            <a:endParaRPr/>
          </a:p>
        </p:txBody>
      </p:sp>
      <p:sp>
        <p:nvSpPr>
          <p:cNvPr id="1575" name="Google Shape;1575;g3f6cc2b7739_0_285"/>
          <p:cNvSpPr/>
          <p:nvPr/>
        </p:nvSpPr>
        <p:spPr>
          <a:xfrm>
            <a:off x="4684652" y="1923259"/>
            <a:ext cx="1491000" cy="447300"/>
          </a:xfrm>
          <a:prstGeom prst="rect">
            <a:avLst/>
          </a:prstGeom>
          <a:noFill/>
          <a:ln>
            <a:noFill/>
          </a:ln>
        </p:spPr>
        <p:txBody>
          <a:bodyPr anchorCtr="0" anchor="ctr" bIns="37250" lIns="74525" spcFirstLastPara="1" rIns="74525" wrap="square" tIns="37250">
            <a:noAutofit/>
          </a:bodyPr>
          <a:lstStyle/>
          <a:p>
            <a:pPr indent="0" lvl="0" marL="0" marR="0" rtl="0" algn="l">
              <a:spcBef>
                <a:spcPts val="0"/>
              </a:spcBef>
              <a:spcAft>
                <a:spcPts val="0"/>
              </a:spcAft>
              <a:buClr>
                <a:srgbClr val="1E2761"/>
              </a:buClr>
              <a:buSzPts val="1101"/>
              <a:buFont typeface="Cambria"/>
              <a:buNone/>
            </a:pPr>
            <a:r>
              <a:rPr b="1" i="0" lang="en" sz="1101" u="none" cap="none" strike="noStrike">
                <a:solidFill>
                  <a:srgbClr val="1E2761"/>
                </a:solidFill>
                <a:latin typeface="Cambria"/>
                <a:ea typeface="Cambria"/>
                <a:cs typeface="Cambria"/>
                <a:sym typeface="Cambria"/>
              </a:rPr>
              <a:t>Recall</a:t>
            </a:r>
            <a:endParaRPr b="0" i="0" sz="1101" u="none" cap="none" strike="noStrike">
              <a:solidFill>
                <a:srgbClr val="000000"/>
              </a:solidFill>
              <a:latin typeface="Calibri"/>
              <a:ea typeface="Calibri"/>
              <a:cs typeface="Calibri"/>
              <a:sym typeface="Calibri"/>
            </a:endParaRPr>
          </a:p>
        </p:txBody>
      </p:sp>
      <p:sp>
        <p:nvSpPr>
          <p:cNvPr id="1576" name="Google Shape;1576;g3f6cc2b7739_0_285"/>
          <p:cNvSpPr/>
          <p:nvPr/>
        </p:nvSpPr>
        <p:spPr>
          <a:xfrm>
            <a:off x="6175548" y="1923259"/>
            <a:ext cx="2870100" cy="484500"/>
          </a:xfrm>
          <a:prstGeom prst="rect">
            <a:avLst/>
          </a:prstGeom>
          <a:noFill/>
          <a:ln>
            <a:noFill/>
          </a:ln>
        </p:spPr>
        <p:txBody>
          <a:bodyPr anchorCtr="0" anchor="ctr" bIns="37250" lIns="74525" spcFirstLastPara="1" rIns="74525" wrap="square" tIns="37250">
            <a:noAutofit/>
          </a:bodyPr>
          <a:lstStyle/>
          <a:p>
            <a:pPr indent="0" lvl="0" marL="0" marR="0" rtl="0" algn="l">
              <a:lnSpc>
                <a:spcPct val="110000"/>
              </a:lnSpc>
              <a:spcBef>
                <a:spcPts val="0"/>
              </a:spcBef>
              <a:spcAft>
                <a:spcPts val="0"/>
              </a:spcAft>
              <a:buClr>
                <a:srgbClr val="4A4E5A"/>
              </a:buClr>
              <a:buSzPts val="897"/>
              <a:buFont typeface="Calibri"/>
              <a:buNone/>
            </a:pPr>
            <a:r>
              <a:rPr b="0" i="0" lang="en" sz="897" u="none" cap="none" strike="noStrike">
                <a:solidFill>
                  <a:srgbClr val="4A4E5A"/>
                </a:solidFill>
                <a:latin typeface="Calibri"/>
                <a:ea typeface="Calibri"/>
                <a:cs typeface="Calibri"/>
                <a:sym typeface="Calibri"/>
              </a:rPr>
              <a:t>Persentase kasus klaim aktual yang berhasil terdeteksi model</a:t>
            </a:r>
            <a:endParaRPr b="0" i="0" sz="897" u="none" cap="none" strike="noStrike">
              <a:solidFill>
                <a:srgbClr val="000000"/>
              </a:solidFill>
              <a:latin typeface="Calibri"/>
              <a:ea typeface="Calibri"/>
              <a:cs typeface="Calibri"/>
              <a:sym typeface="Calibri"/>
            </a:endParaRPr>
          </a:p>
        </p:txBody>
      </p:sp>
      <p:sp>
        <p:nvSpPr>
          <p:cNvPr id="1577" name="Google Shape;1577;g3f6cc2b7739_0_285"/>
          <p:cNvSpPr/>
          <p:nvPr/>
        </p:nvSpPr>
        <p:spPr>
          <a:xfrm>
            <a:off x="4498291" y="2534527"/>
            <a:ext cx="4659000" cy="581400"/>
          </a:xfrm>
          <a:prstGeom prst="roundRect">
            <a:avLst>
              <a:gd fmla="val 10256" name="adj"/>
            </a:avLst>
          </a:prstGeom>
          <a:solidFill>
            <a:srgbClr val="FFFFFF"/>
          </a:solidFill>
          <a:ln cap="flat" cmpd="sng" w="10350">
            <a:solidFill>
              <a:srgbClr val="E2E6F0"/>
            </a:solidFill>
            <a:prstDash val="solid"/>
            <a:round/>
            <a:headEnd len="sm" w="sm" type="none"/>
            <a:tailEnd len="sm" w="sm" type="none"/>
          </a:ln>
        </p:spPr>
        <p:txBody>
          <a:bodyPr anchorCtr="0" anchor="ctr" bIns="74525" lIns="74525" spcFirstLastPara="1" rIns="74525" wrap="square" tIns="74525">
            <a:noAutofit/>
          </a:bodyPr>
          <a:lstStyle/>
          <a:p>
            <a:pPr indent="0" lvl="0" marL="0" rtl="0" algn="l">
              <a:spcBef>
                <a:spcPts val="0"/>
              </a:spcBef>
              <a:spcAft>
                <a:spcPts val="0"/>
              </a:spcAft>
              <a:buNone/>
            </a:pPr>
            <a:r>
              <a:t/>
            </a:r>
            <a:endParaRPr/>
          </a:p>
        </p:txBody>
      </p:sp>
      <p:sp>
        <p:nvSpPr>
          <p:cNvPr id="1578" name="Google Shape;1578;g3f6cc2b7739_0_285"/>
          <p:cNvSpPr/>
          <p:nvPr/>
        </p:nvSpPr>
        <p:spPr>
          <a:xfrm>
            <a:off x="4684652" y="2594163"/>
            <a:ext cx="1491000" cy="447300"/>
          </a:xfrm>
          <a:prstGeom prst="rect">
            <a:avLst/>
          </a:prstGeom>
          <a:noFill/>
          <a:ln>
            <a:noFill/>
          </a:ln>
        </p:spPr>
        <p:txBody>
          <a:bodyPr anchorCtr="0" anchor="ctr" bIns="37250" lIns="74525" spcFirstLastPara="1" rIns="74525" wrap="square" tIns="37250">
            <a:noAutofit/>
          </a:bodyPr>
          <a:lstStyle/>
          <a:p>
            <a:pPr indent="0" lvl="0" marL="0" marR="0" rtl="0" algn="l">
              <a:spcBef>
                <a:spcPts val="0"/>
              </a:spcBef>
              <a:spcAft>
                <a:spcPts val="0"/>
              </a:spcAft>
              <a:buClr>
                <a:srgbClr val="1E2761"/>
              </a:buClr>
              <a:buSzPts val="1101"/>
              <a:buFont typeface="Cambria"/>
              <a:buNone/>
            </a:pPr>
            <a:r>
              <a:rPr b="1" i="0" lang="en" sz="1101" u="none" cap="none" strike="noStrike">
                <a:solidFill>
                  <a:srgbClr val="1E2761"/>
                </a:solidFill>
                <a:latin typeface="Cambria"/>
                <a:ea typeface="Cambria"/>
                <a:cs typeface="Cambria"/>
                <a:sym typeface="Cambria"/>
              </a:rPr>
              <a:t>Precision</a:t>
            </a:r>
            <a:endParaRPr b="0" i="0" sz="1101" u="none" cap="none" strike="noStrike">
              <a:solidFill>
                <a:srgbClr val="000000"/>
              </a:solidFill>
              <a:latin typeface="Calibri"/>
              <a:ea typeface="Calibri"/>
              <a:cs typeface="Calibri"/>
              <a:sym typeface="Calibri"/>
            </a:endParaRPr>
          </a:p>
        </p:txBody>
      </p:sp>
      <p:sp>
        <p:nvSpPr>
          <p:cNvPr id="1579" name="Google Shape;1579;g3f6cc2b7739_0_285"/>
          <p:cNvSpPr/>
          <p:nvPr/>
        </p:nvSpPr>
        <p:spPr>
          <a:xfrm>
            <a:off x="6175548" y="2594163"/>
            <a:ext cx="2870100" cy="484500"/>
          </a:xfrm>
          <a:prstGeom prst="rect">
            <a:avLst/>
          </a:prstGeom>
          <a:noFill/>
          <a:ln>
            <a:noFill/>
          </a:ln>
        </p:spPr>
        <p:txBody>
          <a:bodyPr anchorCtr="0" anchor="ctr" bIns="37250" lIns="74525" spcFirstLastPara="1" rIns="74525" wrap="square" tIns="37250">
            <a:noAutofit/>
          </a:bodyPr>
          <a:lstStyle/>
          <a:p>
            <a:pPr indent="0" lvl="0" marL="0" marR="0" rtl="0" algn="l">
              <a:lnSpc>
                <a:spcPct val="110000"/>
              </a:lnSpc>
              <a:spcBef>
                <a:spcPts val="0"/>
              </a:spcBef>
              <a:spcAft>
                <a:spcPts val="0"/>
              </a:spcAft>
              <a:buClr>
                <a:srgbClr val="4A4E5A"/>
              </a:buClr>
              <a:buSzPts val="897"/>
              <a:buFont typeface="Calibri"/>
              <a:buNone/>
            </a:pPr>
            <a:r>
              <a:rPr b="0" i="0" lang="en" sz="897" u="none" cap="none" strike="noStrike">
                <a:solidFill>
                  <a:srgbClr val="4A4E5A"/>
                </a:solidFill>
                <a:latin typeface="Calibri"/>
                <a:ea typeface="Calibri"/>
                <a:cs typeface="Calibri"/>
                <a:sym typeface="Calibri"/>
              </a:rPr>
              <a:t>Ketepatan model saat memprediksi customer akan klaim</a:t>
            </a:r>
            <a:endParaRPr b="0" i="0" sz="897" u="none" cap="none" strike="noStrike">
              <a:solidFill>
                <a:srgbClr val="000000"/>
              </a:solidFill>
              <a:latin typeface="Calibri"/>
              <a:ea typeface="Calibri"/>
              <a:cs typeface="Calibri"/>
              <a:sym typeface="Calibri"/>
            </a:endParaRPr>
          </a:p>
        </p:txBody>
      </p:sp>
      <p:sp>
        <p:nvSpPr>
          <p:cNvPr id="1580" name="Google Shape;1580;g3f6cc2b7739_0_285"/>
          <p:cNvSpPr/>
          <p:nvPr/>
        </p:nvSpPr>
        <p:spPr>
          <a:xfrm>
            <a:off x="4498291" y="3205431"/>
            <a:ext cx="4659000" cy="581400"/>
          </a:xfrm>
          <a:prstGeom prst="roundRect">
            <a:avLst>
              <a:gd fmla="val 10256" name="adj"/>
            </a:avLst>
          </a:prstGeom>
          <a:solidFill>
            <a:srgbClr val="FFFFFF"/>
          </a:solidFill>
          <a:ln cap="flat" cmpd="sng" w="10350">
            <a:solidFill>
              <a:srgbClr val="E2E6F0"/>
            </a:solidFill>
            <a:prstDash val="solid"/>
            <a:round/>
            <a:headEnd len="sm" w="sm" type="none"/>
            <a:tailEnd len="sm" w="sm" type="none"/>
          </a:ln>
        </p:spPr>
        <p:txBody>
          <a:bodyPr anchorCtr="0" anchor="ctr" bIns="74525" lIns="74525" spcFirstLastPara="1" rIns="74525" wrap="square" tIns="74525">
            <a:noAutofit/>
          </a:bodyPr>
          <a:lstStyle/>
          <a:p>
            <a:pPr indent="0" lvl="0" marL="0" rtl="0" algn="l">
              <a:spcBef>
                <a:spcPts val="0"/>
              </a:spcBef>
              <a:spcAft>
                <a:spcPts val="0"/>
              </a:spcAft>
              <a:buNone/>
            </a:pPr>
            <a:r>
              <a:t/>
            </a:r>
            <a:endParaRPr/>
          </a:p>
        </p:txBody>
      </p:sp>
      <p:sp>
        <p:nvSpPr>
          <p:cNvPr id="1581" name="Google Shape;1581;g3f6cc2b7739_0_285"/>
          <p:cNvSpPr/>
          <p:nvPr/>
        </p:nvSpPr>
        <p:spPr>
          <a:xfrm>
            <a:off x="4684652" y="3265067"/>
            <a:ext cx="1491000" cy="447300"/>
          </a:xfrm>
          <a:prstGeom prst="rect">
            <a:avLst/>
          </a:prstGeom>
          <a:noFill/>
          <a:ln>
            <a:noFill/>
          </a:ln>
        </p:spPr>
        <p:txBody>
          <a:bodyPr anchorCtr="0" anchor="ctr" bIns="37250" lIns="74525" spcFirstLastPara="1" rIns="74525" wrap="square" tIns="37250">
            <a:noAutofit/>
          </a:bodyPr>
          <a:lstStyle/>
          <a:p>
            <a:pPr indent="0" lvl="0" marL="0" marR="0" rtl="0" algn="l">
              <a:spcBef>
                <a:spcPts val="0"/>
              </a:spcBef>
              <a:spcAft>
                <a:spcPts val="0"/>
              </a:spcAft>
              <a:buClr>
                <a:srgbClr val="1E2761"/>
              </a:buClr>
              <a:buSzPts val="1101"/>
              <a:buFont typeface="Cambria"/>
              <a:buNone/>
            </a:pPr>
            <a:r>
              <a:rPr b="1" i="0" lang="en" sz="1101" u="none" cap="none" strike="noStrike">
                <a:solidFill>
                  <a:srgbClr val="1E2761"/>
                </a:solidFill>
                <a:latin typeface="Cambria"/>
                <a:ea typeface="Cambria"/>
                <a:cs typeface="Cambria"/>
                <a:sym typeface="Cambria"/>
              </a:rPr>
              <a:t>Accuracy &amp; F1-Score</a:t>
            </a:r>
            <a:endParaRPr b="0" i="0" sz="1101" u="none" cap="none" strike="noStrike">
              <a:solidFill>
                <a:srgbClr val="000000"/>
              </a:solidFill>
              <a:latin typeface="Calibri"/>
              <a:ea typeface="Calibri"/>
              <a:cs typeface="Calibri"/>
              <a:sym typeface="Calibri"/>
            </a:endParaRPr>
          </a:p>
        </p:txBody>
      </p:sp>
      <p:sp>
        <p:nvSpPr>
          <p:cNvPr id="1582" name="Google Shape;1582;g3f6cc2b7739_0_285"/>
          <p:cNvSpPr/>
          <p:nvPr/>
        </p:nvSpPr>
        <p:spPr>
          <a:xfrm>
            <a:off x="6175548" y="3265067"/>
            <a:ext cx="2870100" cy="484500"/>
          </a:xfrm>
          <a:prstGeom prst="rect">
            <a:avLst/>
          </a:prstGeom>
          <a:noFill/>
          <a:ln>
            <a:noFill/>
          </a:ln>
        </p:spPr>
        <p:txBody>
          <a:bodyPr anchorCtr="0" anchor="ctr" bIns="37250" lIns="74525" spcFirstLastPara="1" rIns="74525" wrap="square" tIns="37250">
            <a:noAutofit/>
          </a:bodyPr>
          <a:lstStyle/>
          <a:p>
            <a:pPr indent="0" lvl="0" marL="0" marR="0" rtl="0" algn="l">
              <a:lnSpc>
                <a:spcPct val="110000"/>
              </a:lnSpc>
              <a:spcBef>
                <a:spcPts val="0"/>
              </a:spcBef>
              <a:spcAft>
                <a:spcPts val="0"/>
              </a:spcAft>
              <a:buClr>
                <a:srgbClr val="4A4E5A"/>
              </a:buClr>
              <a:buSzPts val="897"/>
              <a:buFont typeface="Calibri"/>
              <a:buNone/>
            </a:pPr>
            <a:r>
              <a:rPr b="0" i="0" lang="en" sz="897" u="none" cap="none" strike="noStrike">
                <a:solidFill>
                  <a:srgbClr val="4A4E5A"/>
                </a:solidFill>
                <a:latin typeface="Calibri"/>
                <a:ea typeface="Calibri"/>
                <a:cs typeface="Calibri"/>
                <a:sym typeface="Calibri"/>
              </a:rPr>
              <a:t>Gambaran performa model secara umum</a:t>
            </a:r>
            <a:endParaRPr b="0" i="0" sz="897" u="none" cap="none" strike="noStrike">
              <a:solidFill>
                <a:srgbClr val="000000"/>
              </a:solidFill>
              <a:latin typeface="Calibri"/>
              <a:ea typeface="Calibri"/>
              <a:cs typeface="Calibri"/>
              <a:sym typeface="Calibri"/>
            </a:endParaRPr>
          </a:p>
        </p:txBody>
      </p:sp>
      <p:sp>
        <p:nvSpPr>
          <p:cNvPr id="1583" name="Google Shape;1583;g3f6cc2b7739_0_285"/>
          <p:cNvSpPr/>
          <p:nvPr/>
        </p:nvSpPr>
        <p:spPr>
          <a:xfrm>
            <a:off x="4498291" y="3876335"/>
            <a:ext cx="4659000" cy="581400"/>
          </a:xfrm>
          <a:prstGeom prst="roundRect">
            <a:avLst>
              <a:gd fmla="val 10256" name="adj"/>
            </a:avLst>
          </a:prstGeom>
          <a:solidFill>
            <a:srgbClr val="FFFFFF"/>
          </a:solidFill>
          <a:ln cap="flat" cmpd="sng" w="10350">
            <a:solidFill>
              <a:srgbClr val="E2E6F0"/>
            </a:solidFill>
            <a:prstDash val="solid"/>
            <a:round/>
            <a:headEnd len="sm" w="sm" type="none"/>
            <a:tailEnd len="sm" w="sm" type="none"/>
          </a:ln>
        </p:spPr>
        <p:txBody>
          <a:bodyPr anchorCtr="0" anchor="ctr" bIns="74525" lIns="74525" spcFirstLastPara="1" rIns="74525" wrap="square" tIns="74525">
            <a:noAutofit/>
          </a:bodyPr>
          <a:lstStyle/>
          <a:p>
            <a:pPr indent="0" lvl="0" marL="0" rtl="0" algn="l">
              <a:spcBef>
                <a:spcPts val="0"/>
              </a:spcBef>
              <a:spcAft>
                <a:spcPts val="0"/>
              </a:spcAft>
              <a:buNone/>
            </a:pPr>
            <a:r>
              <a:t/>
            </a:r>
            <a:endParaRPr/>
          </a:p>
        </p:txBody>
      </p:sp>
      <p:sp>
        <p:nvSpPr>
          <p:cNvPr id="1584" name="Google Shape;1584;g3f6cc2b7739_0_285"/>
          <p:cNvSpPr/>
          <p:nvPr/>
        </p:nvSpPr>
        <p:spPr>
          <a:xfrm>
            <a:off x="4684652" y="3935971"/>
            <a:ext cx="1491000" cy="447300"/>
          </a:xfrm>
          <a:prstGeom prst="rect">
            <a:avLst/>
          </a:prstGeom>
          <a:noFill/>
          <a:ln>
            <a:noFill/>
          </a:ln>
        </p:spPr>
        <p:txBody>
          <a:bodyPr anchorCtr="0" anchor="ctr" bIns="37250" lIns="74525" spcFirstLastPara="1" rIns="74525" wrap="square" tIns="37250">
            <a:noAutofit/>
          </a:bodyPr>
          <a:lstStyle/>
          <a:p>
            <a:pPr indent="0" lvl="0" marL="0" marR="0" rtl="0" algn="l">
              <a:spcBef>
                <a:spcPts val="0"/>
              </a:spcBef>
              <a:spcAft>
                <a:spcPts val="0"/>
              </a:spcAft>
              <a:buClr>
                <a:srgbClr val="1E2761"/>
              </a:buClr>
              <a:buSzPts val="1101"/>
              <a:buFont typeface="Cambria"/>
              <a:buNone/>
            </a:pPr>
            <a:r>
              <a:rPr b="1" i="0" lang="en" sz="1101" u="none" cap="none" strike="noStrike">
                <a:solidFill>
                  <a:srgbClr val="1E2761"/>
                </a:solidFill>
                <a:latin typeface="Cambria"/>
                <a:ea typeface="Cambria"/>
                <a:cs typeface="Cambria"/>
                <a:sym typeface="Cambria"/>
              </a:rPr>
              <a:t>ROC-AUC</a:t>
            </a:r>
            <a:endParaRPr b="0" i="0" sz="1101" u="none" cap="none" strike="noStrike">
              <a:solidFill>
                <a:srgbClr val="000000"/>
              </a:solidFill>
              <a:latin typeface="Calibri"/>
              <a:ea typeface="Calibri"/>
              <a:cs typeface="Calibri"/>
              <a:sym typeface="Calibri"/>
            </a:endParaRPr>
          </a:p>
        </p:txBody>
      </p:sp>
      <p:sp>
        <p:nvSpPr>
          <p:cNvPr id="1585" name="Google Shape;1585;g3f6cc2b7739_0_285"/>
          <p:cNvSpPr/>
          <p:nvPr/>
        </p:nvSpPr>
        <p:spPr>
          <a:xfrm>
            <a:off x="6175548" y="3935971"/>
            <a:ext cx="2870100" cy="484500"/>
          </a:xfrm>
          <a:prstGeom prst="rect">
            <a:avLst/>
          </a:prstGeom>
          <a:noFill/>
          <a:ln>
            <a:noFill/>
          </a:ln>
        </p:spPr>
        <p:txBody>
          <a:bodyPr anchorCtr="0" anchor="ctr" bIns="37250" lIns="74525" spcFirstLastPara="1" rIns="74525" wrap="square" tIns="37250">
            <a:noAutofit/>
          </a:bodyPr>
          <a:lstStyle/>
          <a:p>
            <a:pPr indent="0" lvl="0" marL="0" marR="0" rtl="0" algn="l">
              <a:lnSpc>
                <a:spcPct val="110000"/>
              </a:lnSpc>
              <a:spcBef>
                <a:spcPts val="0"/>
              </a:spcBef>
              <a:spcAft>
                <a:spcPts val="0"/>
              </a:spcAft>
              <a:buClr>
                <a:srgbClr val="4A4E5A"/>
              </a:buClr>
              <a:buSzPts val="897"/>
              <a:buFont typeface="Calibri"/>
              <a:buNone/>
            </a:pPr>
            <a:r>
              <a:rPr b="0" i="0" lang="en" sz="897" u="none" cap="none" strike="noStrike">
                <a:solidFill>
                  <a:srgbClr val="4A4E5A"/>
                </a:solidFill>
                <a:latin typeface="Calibri"/>
                <a:ea typeface="Calibri"/>
                <a:cs typeface="Calibri"/>
                <a:sym typeface="Calibri"/>
              </a:rPr>
              <a:t>Kemampuan model membedakan klaim vs non-klaim secara keseluruhan</a:t>
            </a:r>
            <a:endParaRPr b="0" i="0" sz="897" u="none" cap="none" strike="noStrike">
              <a:solidFill>
                <a:srgbClr val="000000"/>
              </a:solidFill>
              <a:latin typeface="Calibri"/>
              <a:ea typeface="Calibri"/>
              <a:cs typeface="Calibri"/>
              <a:sym typeface="Calibri"/>
            </a:endParaRPr>
          </a:p>
        </p:txBody>
      </p:sp>
      <p:sp>
        <p:nvSpPr>
          <p:cNvPr id="1586" name="Google Shape;1586;g3f6cc2b7739_0_285"/>
          <p:cNvSpPr/>
          <p:nvPr/>
        </p:nvSpPr>
        <p:spPr>
          <a:xfrm>
            <a:off x="25605" y="4919964"/>
            <a:ext cx="4472700" cy="223500"/>
          </a:xfrm>
          <a:prstGeom prst="rect">
            <a:avLst/>
          </a:prstGeom>
          <a:noFill/>
          <a:ln>
            <a:noFill/>
          </a:ln>
        </p:spPr>
        <p:txBody>
          <a:bodyPr anchorCtr="0" anchor="ctr" bIns="37250" lIns="74525" spcFirstLastPara="1" rIns="74525" wrap="square" tIns="37250">
            <a:noAutofit/>
          </a:bodyPr>
          <a:lstStyle/>
          <a:p>
            <a:pPr indent="0" lvl="0" marL="0" marR="0" rtl="0" algn="l">
              <a:spcBef>
                <a:spcPts val="0"/>
              </a:spcBef>
              <a:spcAft>
                <a:spcPts val="0"/>
              </a:spcAft>
              <a:buClr>
                <a:srgbClr val="9AA3B2"/>
              </a:buClr>
              <a:buSzPts val="734"/>
              <a:buFont typeface="Calibri"/>
              <a:buNone/>
            </a:pPr>
            <a:r>
              <a:rPr b="0" i="0" lang="en" sz="734" u="none" cap="none" strike="noStrike">
                <a:solidFill>
                  <a:srgbClr val="9AA3B2"/>
                </a:solidFill>
                <a:latin typeface="Calibri"/>
                <a:ea typeface="Calibri"/>
                <a:cs typeface="Calibri"/>
                <a:sym typeface="Calibri"/>
              </a:rPr>
              <a:t>Travel Insurance — Claim Prediction</a:t>
            </a:r>
            <a:endParaRPr b="0" i="0" sz="734" u="none" cap="none" strike="noStrike">
              <a:solidFill>
                <a:srgbClr val="000000"/>
              </a:solidFill>
              <a:latin typeface="Calibri"/>
              <a:ea typeface="Calibri"/>
              <a:cs typeface="Calibri"/>
              <a:sym typeface="Calibri"/>
            </a:endParaRPr>
          </a:p>
        </p:txBody>
      </p:sp>
      <p:sp>
        <p:nvSpPr>
          <p:cNvPr id="1587" name="Google Shape;1587;g3f6cc2b7739_0_285"/>
          <p:cNvSpPr/>
          <p:nvPr/>
        </p:nvSpPr>
        <p:spPr>
          <a:xfrm>
            <a:off x="8471527" y="4919964"/>
            <a:ext cx="745500" cy="223500"/>
          </a:xfrm>
          <a:prstGeom prst="rect">
            <a:avLst/>
          </a:prstGeom>
          <a:noFill/>
          <a:ln>
            <a:noFill/>
          </a:ln>
        </p:spPr>
        <p:txBody>
          <a:bodyPr anchorCtr="0" anchor="ctr" bIns="37250" lIns="74525" spcFirstLastPara="1" rIns="74525" wrap="square" tIns="37250">
            <a:noAutofit/>
          </a:bodyPr>
          <a:lstStyle/>
          <a:p>
            <a:pPr indent="0" lvl="0" marL="0" marR="0" rtl="0" algn="r">
              <a:spcBef>
                <a:spcPts val="0"/>
              </a:spcBef>
              <a:spcAft>
                <a:spcPts val="0"/>
              </a:spcAft>
              <a:buClr>
                <a:srgbClr val="9AA3B2"/>
              </a:buClr>
              <a:buSzPts val="734"/>
              <a:buFont typeface="Calibri"/>
              <a:buNone/>
            </a:pPr>
            <a:r>
              <a:rPr b="0" i="0" lang="en" sz="734" u="none" cap="none" strike="noStrike">
                <a:solidFill>
                  <a:srgbClr val="9AA3B2"/>
                </a:solidFill>
                <a:latin typeface="Calibri"/>
                <a:ea typeface="Calibri"/>
                <a:cs typeface="Calibri"/>
                <a:sym typeface="Calibri"/>
              </a:rPr>
              <a:t>6</a:t>
            </a:r>
            <a:endParaRPr b="0" i="0" sz="734" u="none" cap="none" strike="noStrik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1" name="Shape 1591"/>
        <p:cNvGrpSpPr/>
        <p:nvPr/>
      </p:nvGrpSpPr>
      <p:grpSpPr>
        <a:xfrm>
          <a:off x="0" y="0"/>
          <a:ext cx="0" cy="0"/>
          <a:chOff x="0" y="0"/>
          <a:chExt cx="0" cy="0"/>
        </a:xfrm>
      </p:grpSpPr>
      <p:sp>
        <p:nvSpPr>
          <p:cNvPr id="1592" name="Google Shape;1592;g3f6cc2b7739_0_222"/>
          <p:cNvSpPr txBox="1"/>
          <p:nvPr/>
        </p:nvSpPr>
        <p:spPr>
          <a:xfrm>
            <a:off x="594360" y="384048"/>
            <a:ext cx="10972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700" u="none" cap="none" strike="noStrike">
                <a:solidFill>
                  <a:srgbClr val="2D3052"/>
                </a:solidFill>
                <a:latin typeface="Play"/>
                <a:ea typeface="Play"/>
                <a:cs typeface="Play"/>
                <a:sym typeface="Play"/>
              </a:rPr>
              <a:t>05  |  Hasil &amp; Model Terbaik</a:t>
            </a:r>
            <a:endParaRPr/>
          </a:p>
        </p:txBody>
      </p:sp>
      <p:pic>
        <p:nvPicPr>
          <p:cNvPr descr="model_f2.png" id="1593" name="Google Shape;1593;g3f6cc2b7739_0_222"/>
          <p:cNvPicPr preferRelativeResize="0"/>
          <p:nvPr/>
        </p:nvPicPr>
        <p:blipFill rotWithShape="1">
          <a:blip r:embed="rId3">
            <a:alphaModFix/>
          </a:blip>
          <a:srcRect b="0" l="0" r="0" t="0"/>
          <a:stretch/>
        </p:blipFill>
        <p:spPr>
          <a:xfrm>
            <a:off x="103225" y="985725"/>
            <a:ext cx="5120700" cy="3339375"/>
          </a:xfrm>
          <a:prstGeom prst="rect">
            <a:avLst/>
          </a:prstGeom>
          <a:noFill/>
          <a:ln>
            <a:noFill/>
          </a:ln>
        </p:spPr>
      </p:pic>
      <p:graphicFrame>
        <p:nvGraphicFramePr>
          <p:cNvPr id="1594" name="Google Shape;1594;g3f6cc2b7739_0_222"/>
          <p:cNvGraphicFramePr/>
          <p:nvPr/>
        </p:nvGraphicFramePr>
        <p:xfrm>
          <a:off x="5223935" y="1159465"/>
          <a:ext cx="3000000" cy="3000000"/>
        </p:xfrm>
        <a:graphic>
          <a:graphicData uri="http://schemas.openxmlformats.org/drawingml/2006/table">
            <a:tbl>
              <a:tblPr bandRow="1" firstRow="1">
                <a:noFill/>
                <a:tableStyleId>{EB05291F-8770-4B37-9EA9-2631E1C52ED3}</a:tableStyleId>
              </a:tblPr>
              <a:tblGrid>
                <a:gridCol w="1316175"/>
                <a:gridCol w="564075"/>
                <a:gridCol w="626750"/>
                <a:gridCol w="626750"/>
                <a:gridCol w="595400"/>
              </a:tblGrid>
              <a:tr h="631850">
                <a:tc>
                  <a:txBody>
                    <a:bodyPr/>
                    <a:lstStyle/>
                    <a:p>
                      <a:pPr indent="0" lvl="0" marL="0" marR="0" rtl="0" algn="l">
                        <a:spcBef>
                          <a:spcPts val="0"/>
                        </a:spcBef>
                        <a:spcAft>
                          <a:spcPts val="0"/>
                        </a:spcAft>
                        <a:buNone/>
                      </a:pPr>
                      <a:r>
                        <a:rPr b="1" lang="en" sz="1000" u="none" cap="none" strike="noStrike">
                          <a:solidFill>
                            <a:srgbClr val="FFFFFF"/>
                          </a:solidFill>
                        </a:rPr>
                        <a:t>Model</a:t>
                      </a:r>
                      <a:endParaRPr/>
                    </a:p>
                  </a:txBody>
                  <a:tcPr marT="45725" marB="45725" marR="91450" marL="91450">
                    <a:solidFill>
                      <a:srgbClr val="2D3052"/>
                    </a:solidFill>
                  </a:tcPr>
                </a:tc>
                <a:tc>
                  <a:txBody>
                    <a:bodyPr/>
                    <a:lstStyle/>
                    <a:p>
                      <a:pPr indent="0" lvl="0" marL="0" marR="0" rtl="0" algn="l">
                        <a:spcBef>
                          <a:spcPts val="0"/>
                        </a:spcBef>
                        <a:spcAft>
                          <a:spcPts val="0"/>
                        </a:spcAft>
                        <a:buNone/>
                      </a:pPr>
                      <a:r>
                        <a:rPr b="1" lang="en" sz="1000" u="none" cap="none" strike="noStrike">
                          <a:solidFill>
                            <a:srgbClr val="FFFFFF"/>
                          </a:solidFill>
                        </a:rPr>
                        <a:t>Recall</a:t>
                      </a:r>
                      <a:endParaRPr/>
                    </a:p>
                  </a:txBody>
                  <a:tcPr marT="45725" marB="45725" marR="91450" marL="91450">
                    <a:solidFill>
                      <a:srgbClr val="2D3052"/>
                    </a:solidFill>
                  </a:tcPr>
                </a:tc>
                <a:tc>
                  <a:txBody>
                    <a:bodyPr/>
                    <a:lstStyle/>
                    <a:p>
                      <a:pPr indent="0" lvl="0" marL="0" marR="0" rtl="0" algn="l">
                        <a:spcBef>
                          <a:spcPts val="0"/>
                        </a:spcBef>
                        <a:spcAft>
                          <a:spcPts val="0"/>
                        </a:spcAft>
                        <a:buNone/>
                      </a:pPr>
                      <a:r>
                        <a:rPr b="1" lang="en" sz="1000" u="none" cap="none" strike="noStrike">
                          <a:solidFill>
                            <a:srgbClr val="FFFFFF"/>
                          </a:solidFill>
                        </a:rPr>
                        <a:t>Precision</a:t>
                      </a:r>
                      <a:endParaRPr/>
                    </a:p>
                  </a:txBody>
                  <a:tcPr marT="45725" marB="45725" marR="91450" marL="91450">
                    <a:solidFill>
                      <a:srgbClr val="2D3052"/>
                    </a:solidFill>
                  </a:tcPr>
                </a:tc>
                <a:tc>
                  <a:txBody>
                    <a:bodyPr/>
                    <a:lstStyle/>
                    <a:p>
                      <a:pPr indent="0" lvl="0" marL="0" marR="0" rtl="0" algn="l">
                        <a:spcBef>
                          <a:spcPts val="0"/>
                        </a:spcBef>
                        <a:spcAft>
                          <a:spcPts val="0"/>
                        </a:spcAft>
                        <a:buNone/>
                      </a:pPr>
                      <a:r>
                        <a:rPr b="1" lang="en" sz="1000" u="none" cap="none" strike="noStrike">
                          <a:solidFill>
                            <a:srgbClr val="FFFFFF"/>
                          </a:solidFill>
                        </a:rPr>
                        <a:t>F2-Score</a:t>
                      </a:r>
                      <a:endParaRPr/>
                    </a:p>
                  </a:txBody>
                  <a:tcPr marT="45725" marB="45725" marR="91450" marL="91450">
                    <a:solidFill>
                      <a:srgbClr val="2D3052"/>
                    </a:solidFill>
                  </a:tcPr>
                </a:tc>
                <a:tc>
                  <a:txBody>
                    <a:bodyPr/>
                    <a:lstStyle/>
                    <a:p>
                      <a:pPr indent="0" lvl="0" marL="0" marR="0" rtl="0" algn="l">
                        <a:spcBef>
                          <a:spcPts val="0"/>
                        </a:spcBef>
                        <a:spcAft>
                          <a:spcPts val="0"/>
                        </a:spcAft>
                        <a:buNone/>
                      </a:pPr>
                      <a:r>
                        <a:rPr b="1" lang="en" sz="1000" u="none" cap="none" strike="noStrike">
                          <a:solidFill>
                            <a:srgbClr val="FFFFFF"/>
                          </a:solidFill>
                        </a:rPr>
                        <a:t>ROC-AUC</a:t>
                      </a:r>
                      <a:endParaRPr/>
                    </a:p>
                  </a:txBody>
                  <a:tcPr marT="45725" marB="45725" marR="91450" marL="91450">
                    <a:solidFill>
                      <a:srgbClr val="2D3052"/>
                    </a:solidFill>
                  </a:tcPr>
                </a:tc>
              </a:tr>
              <a:tr h="631850">
                <a:tc>
                  <a:txBody>
                    <a:bodyPr/>
                    <a:lstStyle/>
                    <a:p>
                      <a:pPr indent="0" lvl="0" marL="0" marR="0" rtl="0" algn="l">
                        <a:spcBef>
                          <a:spcPts val="0"/>
                        </a:spcBef>
                        <a:spcAft>
                          <a:spcPts val="0"/>
                        </a:spcAft>
                        <a:buNone/>
                      </a:pPr>
                      <a:r>
                        <a:rPr b="1" lang="en" sz="950" u="none" cap="none" strike="noStrike">
                          <a:solidFill>
                            <a:srgbClr val="37394B"/>
                          </a:solidFill>
                        </a:rPr>
                        <a:t>Logistic Regression</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1" lang="en" sz="950" u="none" cap="none" strike="noStrike">
                          <a:solidFill>
                            <a:srgbClr val="37394B"/>
                          </a:solidFill>
                        </a:rPr>
                        <a:t>100.00%</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1" lang="en" sz="950" u="none" cap="none" strike="noStrike">
                          <a:solidFill>
                            <a:srgbClr val="37394B"/>
                          </a:solidFill>
                        </a:rPr>
                        <a:t>98.30%</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1" lang="en" sz="950" u="none" cap="none" strike="noStrike">
                          <a:solidFill>
                            <a:srgbClr val="37394B"/>
                          </a:solidFill>
                        </a:rPr>
                        <a:t>99.65%</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1" lang="en" sz="950" u="none" cap="none" strike="noStrike">
                          <a:solidFill>
                            <a:srgbClr val="37394B"/>
                          </a:solidFill>
                        </a:rPr>
                        <a:t>84.29%</a:t>
                      </a:r>
                      <a:endParaRPr/>
                    </a:p>
                  </a:txBody>
                  <a:tcPr marT="45725" marB="45725" marR="91450" marL="91450">
                    <a:solidFill>
                      <a:srgbClr val="FFFFFF"/>
                    </a:solidFill>
                  </a:tcPr>
                </a:tc>
              </a:tr>
              <a:tr h="631850">
                <a:tc>
                  <a:txBody>
                    <a:bodyPr/>
                    <a:lstStyle/>
                    <a:p>
                      <a:pPr indent="0" lvl="0" marL="0" marR="0" rtl="0" algn="l">
                        <a:spcBef>
                          <a:spcPts val="0"/>
                        </a:spcBef>
                        <a:spcAft>
                          <a:spcPts val="0"/>
                        </a:spcAft>
                        <a:buNone/>
                      </a:pPr>
                      <a:r>
                        <a:rPr lang="en" sz="950" u="none" cap="none" strike="noStrike">
                          <a:solidFill>
                            <a:srgbClr val="37394B"/>
                          </a:solidFill>
                        </a:rPr>
                        <a:t>XGBoost</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 sz="950" u="none" cap="none" strike="noStrike">
                          <a:solidFill>
                            <a:srgbClr val="37394B"/>
                          </a:solidFill>
                        </a:rPr>
                        <a:t>99.97%</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 sz="950" u="none" cap="none" strike="noStrike">
                          <a:solidFill>
                            <a:srgbClr val="37394B"/>
                          </a:solidFill>
                        </a:rPr>
                        <a:t>98.30%</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 sz="950" u="none" cap="none" strike="noStrike">
                          <a:solidFill>
                            <a:srgbClr val="37394B"/>
                          </a:solidFill>
                        </a:rPr>
                        <a:t>99.63%</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 sz="950" u="none" cap="none" strike="noStrike">
                          <a:solidFill>
                            <a:srgbClr val="37394B"/>
                          </a:solidFill>
                        </a:rPr>
                        <a:t>80.09%</a:t>
                      </a:r>
                      <a:endParaRPr/>
                    </a:p>
                  </a:txBody>
                  <a:tcPr marT="45725" marB="45725" marR="91450" marL="91450">
                    <a:solidFill>
                      <a:srgbClr val="FFFFFF"/>
                    </a:solidFill>
                  </a:tcPr>
                </a:tc>
              </a:tr>
              <a:tr h="631850">
                <a:tc>
                  <a:txBody>
                    <a:bodyPr/>
                    <a:lstStyle/>
                    <a:p>
                      <a:pPr indent="0" lvl="0" marL="0" marR="0" rtl="0" algn="l">
                        <a:spcBef>
                          <a:spcPts val="0"/>
                        </a:spcBef>
                        <a:spcAft>
                          <a:spcPts val="0"/>
                        </a:spcAft>
                        <a:buNone/>
                      </a:pPr>
                      <a:r>
                        <a:rPr lang="en" sz="950" u="none" cap="none" strike="noStrike">
                          <a:solidFill>
                            <a:srgbClr val="37394B"/>
                          </a:solidFill>
                        </a:rPr>
                        <a:t>Random Forest</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 sz="950" u="none" cap="none" strike="noStrike">
                          <a:solidFill>
                            <a:srgbClr val="37394B"/>
                          </a:solidFill>
                        </a:rPr>
                        <a:t>99.67%</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 sz="950" u="none" cap="none" strike="noStrike">
                          <a:solidFill>
                            <a:srgbClr val="37394B"/>
                          </a:solidFill>
                        </a:rPr>
                        <a:t>98.32%</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 sz="950" u="none" cap="none" strike="noStrike">
                          <a:solidFill>
                            <a:srgbClr val="37394B"/>
                          </a:solidFill>
                        </a:rPr>
                        <a:t>99.39%</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 sz="950" u="none" cap="none" strike="noStrike">
                          <a:solidFill>
                            <a:srgbClr val="37394B"/>
                          </a:solidFill>
                        </a:rPr>
                        <a:t>74.76%</a:t>
                      </a:r>
                      <a:endParaRPr/>
                    </a:p>
                  </a:txBody>
                  <a:tcPr marT="45725" marB="45725" marR="91450" marL="91450">
                    <a:solidFill>
                      <a:srgbClr val="FFFFFF"/>
                    </a:solidFill>
                  </a:tcPr>
                </a:tc>
              </a:tr>
            </a:tbl>
          </a:graphicData>
        </a:graphic>
      </p:graphicFrame>
      <p:sp>
        <p:nvSpPr>
          <p:cNvPr id="1595" name="Google Shape;1595;g3f6cc2b7739_0_222"/>
          <p:cNvSpPr/>
          <p:nvPr/>
        </p:nvSpPr>
        <p:spPr>
          <a:xfrm>
            <a:off x="4950722" y="3562589"/>
            <a:ext cx="4091700" cy="921300"/>
          </a:xfrm>
          <a:prstGeom prst="roundRect">
            <a:avLst>
              <a:gd fmla="val 16667" name="adj"/>
            </a:avLst>
          </a:prstGeom>
          <a:solidFill>
            <a:srgbClr val="FFFFFF"/>
          </a:solidFill>
          <a:ln cap="flat" cmpd="sng" w="9525">
            <a:solidFill>
              <a:srgbClr val="DCE0E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596" name="Google Shape;1596;g3f6cc2b7739_0_222"/>
          <p:cNvSpPr/>
          <p:nvPr/>
        </p:nvSpPr>
        <p:spPr>
          <a:xfrm>
            <a:off x="4950722" y="3562599"/>
            <a:ext cx="116100" cy="1005000"/>
          </a:xfrm>
          <a:prstGeom prst="rect">
            <a:avLst/>
          </a:prstGeom>
          <a:solidFill>
            <a:srgbClr val="4CB5B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597" name="Google Shape;1597;g3f6cc2b7739_0_222"/>
          <p:cNvSpPr txBox="1"/>
          <p:nvPr/>
        </p:nvSpPr>
        <p:spPr>
          <a:xfrm>
            <a:off x="5127090" y="3669593"/>
            <a:ext cx="37743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500" u="none" cap="none" strike="noStrike">
                <a:solidFill>
                  <a:srgbClr val="2D3052"/>
                </a:solidFill>
                <a:latin typeface="Arial"/>
                <a:ea typeface="Arial"/>
                <a:cs typeface="Arial"/>
                <a:sym typeface="Arial"/>
              </a:rPr>
              <a:t>Model Terbaik</a:t>
            </a:r>
            <a:endParaRPr/>
          </a:p>
        </p:txBody>
      </p:sp>
      <p:sp>
        <p:nvSpPr>
          <p:cNvPr id="1598" name="Google Shape;1598;g3f6cc2b7739_0_222"/>
          <p:cNvSpPr txBox="1"/>
          <p:nvPr/>
        </p:nvSpPr>
        <p:spPr>
          <a:xfrm>
            <a:off x="5127090" y="3931159"/>
            <a:ext cx="37743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250" u="none" cap="none" strike="noStrike">
                <a:solidFill>
                  <a:srgbClr val="37394B"/>
                </a:solidFill>
                <a:latin typeface="Arial"/>
                <a:ea typeface="Arial"/>
                <a:cs typeface="Arial"/>
                <a:sym typeface="Arial"/>
              </a:rPr>
              <a:t>Logistic Regression — F2-Score 99,65% dan Recall 100% pada hasil notebook.</a:t>
            </a:r>
            <a:endParaRPr/>
          </a:p>
        </p:txBody>
      </p:sp>
      <p:sp>
        <p:nvSpPr>
          <p:cNvPr id="1599" name="Google Shape;1599;g3f6cc2b7739_0_222"/>
          <p:cNvSpPr/>
          <p:nvPr/>
        </p:nvSpPr>
        <p:spPr>
          <a:xfrm>
            <a:off x="594360" y="6510528"/>
            <a:ext cx="10972800" cy="13800"/>
          </a:xfrm>
          <a:prstGeom prst="rect">
            <a:avLst/>
          </a:prstGeom>
          <a:solidFill>
            <a:srgbClr val="DCE0E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600" name="Google Shape;1600;g3f6cc2b7739_0_222"/>
          <p:cNvSpPr txBox="1"/>
          <p:nvPr/>
        </p:nvSpPr>
        <p:spPr>
          <a:xfrm>
            <a:off x="10881360" y="6547104"/>
            <a:ext cx="6402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 sz="900" u="none" cap="none" strike="noStrike">
                <a:solidFill>
                  <a:srgbClr val="696C7D"/>
                </a:solidFill>
                <a:latin typeface="Calibri"/>
                <a:ea typeface="Calibri"/>
                <a:cs typeface="Calibri"/>
                <a:sym typeface="Calibri"/>
              </a:rPr>
              <a:t>5</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4" name="Shape 1604"/>
        <p:cNvGrpSpPr/>
        <p:nvPr/>
      </p:nvGrpSpPr>
      <p:grpSpPr>
        <a:xfrm>
          <a:off x="0" y="0"/>
          <a:ext cx="0" cy="0"/>
          <a:chOff x="0" y="0"/>
          <a:chExt cx="0" cy="0"/>
        </a:xfrm>
      </p:grpSpPr>
      <p:pic>
        <p:nvPicPr>
          <p:cNvPr id="1605" name="Google Shape;1605;g3f6cc2b7739_0_237" title="ppt.png"/>
          <p:cNvPicPr preferRelativeResize="0"/>
          <p:nvPr/>
        </p:nvPicPr>
        <p:blipFill>
          <a:blip r:embed="rId3">
            <a:alphaModFix/>
          </a:blip>
          <a:stretch>
            <a:fillRect/>
          </a:stretch>
        </p:blipFill>
        <p:spPr>
          <a:xfrm>
            <a:off x="5386175" y="1430622"/>
            <a:ext cx="3084273" cy="1951774"/>
          </a:xfrm>
          <a:prstGeom prst="rect">
            <a:avLst/>
          </a:prstGeom>
          <a:noFill/>
          <a:ln>
            <a:noFill/>
          </a:ln>
        </p:spPr>
      </p:pic>
      <p:sp>
        <p:nvSpPr>
          <p:cNvPr id="1606" name="Google Shape;1606;g3f6cc2b7739_0_237"/>
          <p:cNvSpPr/>
          <p:nvPr/>
        </p:nvSpPr>
        <p:spPr>
          <a:xfrm>
            <a:off x="1637229" y="484425"/>
            <a:ext cx="5513100" cy="559200"/>
          </a:xfrm>
          <a:prstGeom prst="rect">
            <a:avLst/>
          </a:prstGeom>
          <a:noFill/>
          <a:ln>
            <a:noFill/>
          </a:ln>
        </p:spPr>
        <p:txBody>
          <a:bodyPr anchorCtr="0" anchor="ctr" bIns="37250" lIns="74525" spcFirstLastPara="1" rIns="74525" wrap="square" tIns="37250">
            <a:noAutofit/>
          </a:bodyPr>
          <a:lstStyle/>
          <a:p>
            <a:pPr indent="0" lvl="0" marL="0" marR="0" rtl="0" algn="l">
              <a:spcBef>
                <a:spcPts val="0"/>
              </a:spcBef>
              <a:spcAft>
                <a:spcPts val="0"/>
              </a:spcAft>
              <a:buClr>
                <a:srgbClr val="1E2761"/>
              </a:buClr>
              <a:buSzPts val="2446"/>
              <a:buFont typeface="Cambria"/>
              <a:buNone/>
            </a:pPr>
            <a:r>
              <a:rPr b="1" i="0" lang="en" sz="2446" u="none" cap="none" strike="noStrike">
                <a:solidFill>
                  <a:srgbClr val="1E2761"/>
                </a:solidFill>
                <a:latin typeface="Cambria"/>
                <a:ea typeface="Cambria"/>
                <a:cs typeface="Cambria"/>
                <a:sym typeface="Cambria"/>
              </a:rPr>
              <a:t>Perbandingan Performa Model</a:t>
            </a:r>
            <a:endParaRPr b="0" i="0" sz="2446" u="none" cap="none" strike="noStrike">
              <a:solidFill>
                <a:srgbClr val="000000"/>
              </a:solidFill>
              <a:latin typeface="Calibri"/>
              <a:ea typeface="Calibri"/>
              <a:cs typeface="Calibri"/>
              <a:sym typeface="Calibri"/>
            </a:endParaRPr>
          </a:p>
        </p:txBody>
      </p:sp>
      <p:pic>
        <p:nvPicPr>
          <p:cNvPr id="1607" name="Google Shape;1607;g3f6cc2b7739_0_237"/>
          <p:cNvPicPr preferRelativeResize="0"/>
          <p:nvPr/>
        </p:nvPicPr>
        <p:blipFill rotWithShape="1">
          <a:blip r:embed="rId4">
            <a:alphaModFix/>
          </a:blip>
          <a:srcRect b="0" l="0" r="0" t="0"/>
          <a:stretch/>
        </p:blipFill>
        <p:spPr>
          <a:xfrm>
            <a:off x="74545" y="1043629"/>
            <a:ext cx="5665500" cy="3391800"/>
          </a:xfrm>
          <a:prstGeom prst="rect">
            <a:avLst/>
          </a:prstGeom>
          <a:noFill/>
          <a:ln>
            <a:noFill/>
          </a:ln>
        </p:spPr>
      </p:pic>
      <p:sp>
        <p:nvSpPr>
          <p:cNvPr id="1608" name="Google Shape;1608;g3f6cc2b7739_0_237"/>
          <p:cNvSpPr/>
          <p:nvPr/>
        </p:nvSpPr>
        <p:spPr>
          <a:xfrm>
            <a:off x="5963581" y="1043629"/>
            <a:ext cx="3168300" cy="3391800"/>
          </a:xfrm>
          <a:prstGeom prst="roundRect">
            <a:avLst>
              <a:gd fmla="val 2824" name="adj"/>
            </a:avLst>
          </a:prstGeom>
          <a:solidFill>
            <a:srgbClr val="1E2761"/>
          </a:solidFill>
          <a:ln>
            <a:noFill/>
          </a:ln>
        </p:spPr>
        <p:txBody>
          <a:bodyPr anchorCtr="0" anchor="ctr" bIns="74525" lIns="74525" spcFirstLastPara="1" rIns="74525" wrap="square" tIns="74525">
            <a:noAutofit/>
          </a:bodyPr>
          <a:lstStyle/>
          <a:p>
            <a:pPr indent="0" lvl="0" marL="0" rtl="0" algn="l">
              <a:spcBef>
                <a:spcPts val="0"/>
              </a:spcBef>
              <a:spcAft>
                <a:spcPts val="0"/>
              </a:spcAft>
              <a:buNone/>
            </a:pPr>
            <a:r>
              <a:t/>
            </a:r>
            <a:endParaRPr/>
          </a:p>
        </p:txBody>
      </p:sp>
      <p:sp>
        <p:nvSpPr>
          <p:cNvPr id="1609" name="Google Shape;1609;g3f6cc2b7739_0_237"/>
          <p:cNvSpPr/>
          <p:nvPr/>
        </p:nvSpPr>
        <p:spPr>
          <a:xfrm>
            <a:off x="6187215" y="1267264"/>
            <a:ext cx="2758200" cy="223500"/>
          </a:xfrm>
          <a:prstGeom prst="rect">
            <a:avLst/>
          </a:prstGeom>
          <a:noFill/>
          <a:ln>
            <a:noFill/>
          </a:ln>
        </p:spPr>
        <p:txBody>
          <a:bodyPr anchorCtr="0" anchor="ctr" bIns="37250" lIns="74525" spcFirstLastPara="1" rIns="74525" wrap="square" tIns="37250">
            <a:noAutofit/>
          </a:bodyPr>
          <a:lstStyle/>
          <a:p>
            <a:pPr indent="0" lvl="0" marL="0" marR="0" rtl="0" algn="l">
              <a:spcBef>
                <a:spcPts val="0"/>
              </a:spcBef>
              <a:spcAft>
                <a:spcPts val="0"/>
              </a:spcAft>
              <a:buClr>
                <a:srgbClr val="CADCFC"/>
              </a:buClr>
              <a:buSzPts val="897"/>
              <a:buFont typeface="Calibri"/>
              <a:buNone/>
            </a:pPr>
            <a:r>
              <a:rPr b="1" i="0" lang="en" sz="897" u="none" cap="none" strike="noStrike">
                <a:solidFill>
                  <a:srgbClr val="CADCFC"/>
                </a:solidFill>
                <a:latin typeface="Calibri"/>
                <a:ea typeface="Calibri"/>
                <a:cs typeface="Calibri"/>
                <a:sym typeface="Calibri"/>
              </a:rPr>
              <a:t>MODEL TERPILIH</a:t>
            </a:r>
            <a:endParaRPr b="0" i="0" sz="897" u="none" cap="none" strike="noStrike">
              <a:solidFill>
                <a:srgbClr val="000000"/>
              </a:solidFill>
              <a:latin typeface="Calibri"/>
              <a:ea typeface="Calibri"/>
              <a:cs typeface="Calibri"/>
              <a:sym typeface="Calibri"/>
            </a:endParaRPr>
          </a:p>
        </p:txBody>
      </p:sp>
      <p:sp>
        <p:nvSpPr>
          <p:cNvPr id="1610" name="Google Shape;1610;g3f6cc2b7739_0_237"/>
          <p:cNvSpPr/>
          <p:nvPr/>
        </p:nvSpPr>
        <p:spPr>
          <a:xfrm>
            <a:off x="6187215" y="1528171"/>
            <a:ext cx="2758200" cy="819900"/>
          </a:xfrm>
          <a:prstGeom prst="rect">
            <a:avLst/>
          </a:prstGeom>
          <a:noFill/>
          <a:ln>
            <a:noFill/>
          </a:ln>
        </p:spPr>
        <p:txBody>
          <a:bodyPr anchorCtr="0" anchor="ctr" bIns="37250" lIns="74525" spcFirstLastPara="1" rIns="74525" wrap="square" tIns="37250">
            <a:noAutofit/>
          </a:bodyPr>
          <a:lstStyle/>
          <a:p>
            <a:pPr indent="0" lvl="0" marL="0" marR="0" rtl="0" algn="l">
              <a:lnSpc>
                <a:spcPct val="105000"/>
              </a:lnSpc>
              <a:spcBef>
                <a:spcPts val="0"/>
              </a:spcBef>
              <a:spcAft>
                <a:spcPts val="0"/>
              </a:spcAft>
              <a:buClr>
                <a:srgbClr val="FFFFFF"/>
              </a:buClr>
              <a:buSzPts val="2120"/>
              <a:buFont typeface="Cambria"/>
              <a:buNone/>
            </a:pPr>
            <a:r>
              <a:rPr b="1" i="0" lang="en" sz="2120" u="none" cap="none" strike="noStrike">
                <a:solidFill>
                  <a:srgbClr val="FFFFFF"/>
                </a:solidFill>
                <a:latin typeface="Cambria"/>
                <a:ea typeface="Cambria"/>
                <a:cs typeface="Cambria"/>
                <a:sym typeface="Cambria"/>
              </a:rPr>
              <a:t>Logistic</a:t>
            </a:r>
            <a:endParaRPr b="0" i="0" sz="2120" u="none" cap="none" strike="noStrike">
              <a:solidFill>
                <a:srgbClr val="000000"/>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2120"/>
              <a:buFont typeface="Cambria"/>
              <a:buNone/>
            </a:pPr>
            <a:r>
              <a:rPr b="1" i="0" lang="en" sz="2120" u="none" cap="none" strike="noStrike">
                <a:solidFill>
                  <a:srgbClr val="FFFFFF"/>
                </a:solidFill>
                <a:latin typeface="Cambria"/>
                <a:ea typeface="Cambria"/>
                <a:cs typeface="Cambria"/>
                <a:sym typeface="Cambria"/>
              </a:rPr>
              <a:t>Regression</a:t>
            </a:r>
            <a:endParaRPr b="0" i="0" sz="2120" u="none" cap="none" strike="noStrike">
              <a:solidFill>
                <a:srgbClr val="000000"/>
              </a:solidFill>
              <a:latin typeface="Calibri"/>
              <a:ea typeface="Calibri"/>
              <a:cs typeface="Calibri"/>
              <a:sym typeface="Calibri"/>
            </a:endParaRPr>
          </a:p>
        </p:txBody>
      </p:sp>
      <p:sp>
        <p:nvSpPr>
          <p:cNvPr id="1611" name="Google Shape;1611;g3f6cc2b7739_0_237"/>
          <p:cNvSpPr/>
          <p:nvPr/>
        </p:nvSpPr>
        <p:spPr>
          <a:xfrm>
            <a:off x="6187215" y="2459982"/>
            <a:ext cx="1267500" cy="522000"/>
          </a:xfrm>
          <a:prstGeom prst="rect">
            <a:avLst/>
          </a:prstGeom>
          <a:noFill/>
          <a:ln>
            <a:noFill/>
          </a:ln>
        </p:spPr>
        <p:txBody>
          <a:bodyPr anchorCtr="0" anchor="ctr" bIns="37250" lIns="74525" spcFirstLastPara="1" rIns="74525" wrap="square" tIns="37250">
            <a:noAutofit/>
          </a:bodyPr>
          <a:lstStyle/>
          <a:p>
            <a:pPr indent="0" lvl="0" marL="0" marR="0" rtl="0" algn="l">
              <a:spcBef>
                <a:spcPts val="0"/>
              </a:spcBef>
              <a:spcAft>
                <a:spcPts val="0"/>
              </a:spcAft>
              <a:buClr>
                <a:srgbClr val="CADCFC"/>
              </a:buClr>
              <a:buSzPts val="2446"/>
              <a:buFont typeface="Cambria"/>
              <a:buNone/>
            </a:pPr>
            <a:r>
              <a:rPr b="1" i="0" lang="en" sz="2446" u="none" cap="none" strike="noStrike">
                <a:solidFill>
                  <a:srgbClr val="CADCFC"/>
                </a:solidFill>
                <a:latin typeface="Cambria"/>
                <a:ea typeface="Cambria"/>
                <a:cs typeface="Cambria"/>
                <a:sym typeface="Cambria"/>
              </a:rPr>
              <a:t>100%</a:t>
            </a:r>
            <a:endParaRPr b="0" i="0" sz="2446" u="none" cap="none" strike="noStrike">
              <a:solidFill>
                <a:srgbClr val="000000"/>
              </a:solidFill>
              <a:latin typeface="Calibri"/>
              <a:ea typeface="Calibri"/>
              <a:cs typeface="Calibri"/>
              <a:sym typeface="Calibri"/>
            </a:endParaRPr>
          </a:p>
        </p:txBody>
      </p:sp>
      <p:sp>
        <p:nvSpPr>
          <p:cNvPr id="1612" name="Google Shape;1612;g3f6cc2b7739_0_237"/>
          <p:cNvSpPr/>
          <p:nvPr/>
        </p:nvSpPr>
        <p:spPr>
          <a:xfrm>
            <a:off x="6187215" y="2944524"/>
            <a:ext cx="1267500" cy="261000"/>
          </a:xfrm>
          <a:prstGeom prst="rect">
            <a:avLst/>
          </a:prstGeom>
          <a:noFill/>
          <a:ln>
            <a:noFill/>
          </a:ln>
        </p:spPr>
        <p:txBody>
          <a:bodyPr anchorCtr="0" anchor="ctr" bIns="37250" lIns="74525" spcFirstLastPara="1" rIns="74525" wrap="square" tIns="37250">
            <a:noAutofit/>
          </a:bodyPr>
          <a:lstStyle/>
          <a:p>
            <a:pPr indent="0" lvl="0" marL="0" marR="0" rtl="0" algn="l">
              <a:spcBef>
                <a:spcPts val="0"/>
              </a:spcBef>
              <a:spcAft>
                <a:spcPts val="0"/>
              </a:spcAft>
              <a:buClr>
                <a:srgbClr val="9AB0DE"/>
              </a:buClr>
              <a:buSzPts val="978"/>
              <a:buFont typeface="Calibri"/>
              <a:buNone/>
            </a:pPr>
            <a:r>
              <a:rPr b="0" i="0" lang="en" sz="978" u="none" cap="none" strike="noStrike">
                <a:solidFill>
                  <a:srgbClr val="9AB0DE"/>
                </a:solidFill>
                <a:latin typeface="Calibri"/>
                <a:ea typeface="Calibri"/>
                <a:cs typeface="Calibri"/>
                <a:sym typeface="Calibri"/>
              </a:rPr>
              <a:t>Recall</a:t>
            </a:r>
            <a:endParaRPr b="0" i="0" sz="978" u="none" cap="none" strike="noStrike">
              <a:solidFill>
                <a:srgbClr val="000000"/>
              </a:solidFill>
              <a:latin typeface="Calibri"/>
              <a:ea typeface="Calibri"/>
              <a:cs typeface="Calibri"/>
              <a:sym typeface="Calibri"/>
            </a:endParaRPr>
          </a:p>
        </p:txBody>
      </p:sp>
      <p:sp>
        <p:nvSpPr>
          <p:cNvPr id="1613" name="Google Shape;1613;g3f6cc2b7739_0_237"/>
          <p:cNvSpPr/>
          <p:nvPr/>
        </p:nvSpPr>
        <p:spPr>
          <a:xfrm>
            <a:off x="7491749" y="2459982"/>
            <a:ext cx="1491000" cy="522000"/>
          </a:xfrm>
          <a:prstGeom prst="rect">
            <a:avLst/>
          </a:prstGeom>
          <a:noFill/>
          <a:ln>
            <a:noFill/>
          </a:ln>
        </p:spPr>
        <p:txBody>
          <a:bodyPr anchorCtr="0" anchor="ctr" bIns="37250" lIns="74525" spcFirstLastPara="1" rIns="74525" wrap="square" tIns="37250">
            <a:noAutofit/>
          </a:bodyPr>
          <a:lstStyle/>
          <a:p>
            <a:pPr indent="0" lvl="0" marL="0" marR="0" rtl="0" algn="l">
              <a:spcBef>
                <a:spcPts val="0"/>
              </a:spcBef>
              <a:spcAft>
                <a:spcPts val="0"/>
              </a:spcAft>
              <a:buClr>
                <a:srgbClr val="CADCFC"/>
              </a:buClr>
              <a:buSzPts val="2446"/>
              <a:buFont typeface="Cambria"/>
              <a:buNone/>
            </a:pPr>
            <a:r>
              <a:rPr b="1" i="0" lang="en" sz="2446" u="none" cap="none" strike="noStrike">
                <a:solidFill>
                  <a:srgbClr val="CADCFC"/>
                </a:solidFill>
                <a:latin typeface="Cambria"/>
                <a:ea typeface="Cambria"/>
                <a:cs typeface="Cambria"/>
                <a:sym typeface="Cambria"/>
              </a:rPr>
              <a:t>99.65%</a:t>
            </a:r>
            <a:endParaRPr b="0" i="0" sz="2446" u="none" cap="none" strike="noStrike">
              <a:solidFill>
                <a:srgbClr val="000000"/>
              </a:solidFill>
              <a:latin typeface="Calibri"/>
              <a:ea typeface="Calibri"/>
              <a:cs typeface="Calibri"/>
              <a:sym typeface="Calibri"/>
            </a:endParaRPr>
          </a:p>
        </p:txBody>
      </p:sp>
      <p:sp>
        <p:nvSpPr>
          <p:cNvPr id="1614" name="Google Shape;1614;g3f6cc2b7739_0_237"/>
          <p:cNvSpPr/>
          <p:nvPr/>
        </p:nvSpPr>
        <p:spPr>
          <a:xfrm>
            <a:off x="7491749" y="2944524"/>
            <a:ext cx="1491000" cy="261000"/>
          </a:xfrm>
          <a:prstGeom prst="rect">
            <a:avLst/>
          </a:prstGeom>
          <a:noFill/>
          <a:ln>
            <a:noFill/>
          </a:ln>
        </p:spPr>
        <p:txBody>
          <a:bodyPr anchorCtr="0" anchor="ctr" bIns="37250" lIns="74525" spcFirstLastPara="1" rIns="74525" wrap="square" tIns="37250">
            <a:noAutofit/>
          </a:bodyPr>
          <a:lstStyle/>
          <a:p>
            <a:pPr indent="0" lvl="0" marL="0" marR="0" rtl="0" algn="l">
              <a:spcBef>
                <a:spcPts val="0"/>
              </a:spcBef>
              <a:spcAft>
                <a:spcPts val="0"/>
              </a:spcAft>
              <a:buClr>
                <a:srgbClr val="9AB0DE"/>
              </a:buClr>
              <a:buSzPts val="978"/>
              <a:buFont typeface="Calibri"/>
              <a:buNone/>
            </a:pPr>
            <a:r>
              <a:rPr b="0" i="0" lang="en" sz="978" u="none" cap="none" strike="noStrike">
                <a:solidFill>
                  <a:srgbClr val="9AB0DE"/>
                </a:solidFill>
                <a:latin typeface="Calibri"/>
                <a:ea typeface="Calibri"/>
                <a:cs typeface="Calibri"/>
                <a:sym typeface="Calibri"/>
              </a:rPr>
              <a:t>F2-Score</a:t>
            </a:r>
            <a:endParaRPr b="0" i="0" sz="978" u="none" cap="none" strike="noStrike">
              <a:solidFill>
                <a:srgbClr val="000000"/>
              </a:solidFill>
              <a:latin typeface="Calibri"/>
              <a:ea typeface="Calibri"/>
              <a:cs typeface="Calibri"/>
              <a:sym typeface="Calibri"/>
            </a:endParaRPr>
          </a:p>
        </p:txBody>
      </p:sp>
      <p:cxnSp>
        <p:nvCxnSpPr>
          <p:cNvPr id="1615" name="Google Shape;1615;g3f6cc2b7739_0_237"/>
          <p:cNvCxnSpPr/>
          <p:nvPr/>
        </p:nvCxnSpPr>
        <p:spPr>
          <a:xfrm>
            <a:off x="6187215" y="3391794"/>
            <a:ext cx="2720700" cy="0"/>
          </a:xfrm>
          <a:prstGeom prst="straightConnector1">
            <a:avLst/>
          </a:prstGeom>
          <a:noFill/>
          <a:ln cap="flat" cmpd="sng" w="10350">
            <a:solidFill>
              <a:srgbClr val="3A4590"/>
            </a:solidFill>
            <a:prstDash val="solid"/>
            <a:round/>
            <a:headEnd len="sm" w="sm" type="none"/>
            <a:tailEnd len="sm" w="sm" type="none"/>
          </a:ln>
        </p:spPr>
      </p:cxnSp>
      <p:sp>
        <p:nvSpPr>
          <p:cNvPr id="1616" name="Google Shape;1616;g3f6cc2b7739_0_237"/>
          <p:cNvSpPr/>
          <p:nvPr/>
        </p:nvSpPr>
        <p:spPr>
          <a:xfrm>
            <a:off x="6187215" y="3503611"/>
            <a:ext cx="2720700" cy="819900"/>
          </a:xfrm>
          <a:prstGeom prst="rect">
            <a:avLst/>
          </a:prstGeom>
          <a:noFill/>
          <a:ln>
            <a:noFill/>
          </a:ln>
        </p:spPr>
        <p:txBody>
          <a:bodyPr anchorCtr="0" anchor="ctr" bIns="37250" lIns="74525" spcFirstLastPara="1" rIns="74525" wrap="square" tIns="37250">
            <a:noAutofit/>
          </a:bodyPr>
          <a:lstStyle/>
          <a:p>
            <a:pPr indent="0" lvl="0" marL="0" marR="0" rtl="0" algn="l">
              <a:lnSpc>
                <a:spcPct val="130000"/>
              </a:lnSpc>
              <a:spcBef>
                <a:spcPts val="0"/>
              </a:spcBef>
              <a:spcAft>
                <a:spcPts val="0"/>
              </a:spcAft>
              <a:buClr>
                <a:srgbClr val="CADCFC"/>
              </a:buClr>
              <a:buSzPts val="978"/>
              <a:buFont typeface="Calibri"/>
              <a:buNone/>
            </a:pPr>
            <a:r>
              <a:rPr b="0" i="1" lang="en" sz="978" u="none" cap="none" strike="noStrike">
                <a:solidFill>
                  <a:srgbClr val="CADCFC"/>
                </a:solidFill>
                <a:latin typeface="Calibri"/>
                <a:ea typeface="Calibri"/>
                <a:cs typeface="Calibri"/>
                <a:sym typeface="Calibri"/>
              </a:rPr>
              <a:t>Model ini mampu mendeteksi hampir seluruh customer yang benar-benar akan mengajukan klaim.</a:t>
            </a:r>
            <a:endParaRPr b="0" i="0" sz="978" u="none" cap="none" strike="noStrike">
              <a:solidFill>
                <a:srgbClr val="000000"/>
              </a:solidFill>
              <a:latin typeface="Calibri"/>
              <a:ea typeface="Calibri"/>
              <a:cs typeface="Calibri"/>
              <a:sym typeface="Calibri"/>
            </a:endParaRPr>
          </a:p>
        </p:txBody>
      </p:sp>
      <p:sp>
        <p:nvSpPr>
          <p:cNvPr id="1617" name="Google Shape;1617;g3f6cc2b7739_0_237"/>
          <p:cNvSpPr/>
          <p:nvPr/>
        </p:nvSpPr>
        <p:spPr>
          <a:xfrm>
            <a:off x="0" y="4919964"/>
            <a:ext cx="4472700" cy="223500"/>
          </a:xfrm>
          <a:prstGeom prst="rect">
            <a:avLst/>
          </a:prstGeom>
          <a:noFill/>
          <a:ln>
            <a:noFill/>
          </a:ln>
        </p:spPr>
        <p:txBody>
          <a:bodyPr anchorCtr="0" anchor="ctr" bIns="37250" lIns="74525" spcFirstLastPara="1" rIns="74525" wrap="square" tIns="37250">
            <a:noAutofit/>
          </a:bodyPr>
          <a:lstStyle/>
          <a:p>
            <a:pPr indent="0" lvl="0" marL="0" marR="0" rtl="0" algn="l">
              <a:spcBef>
                <a:spcPts val="0"/>
              </a:spcBef>
              <a:spcAft>
                <a:spcPts val="0"/>
              </a:spcAft>
              <a:buClr>
                <a:srgbClr val="9AA3B2"/>
              </a:buClr>
              <a:buSzPts val="734"/>
              <a:buFont typeface="Calibri"/>
              <a:buNone/>
            </a:pPr>
            <a:r>
              <a:rPr b="0" i="0" lang="en" sz="734" u="none" cap="none" strike="noStrike">
                <a:solidFill>
                  <a:srgbClr val="9AA3B2"/>
                </a:solidFill>
                <a:latin typeface="Calibri"/>
                <a:ea typeface="Calibri"/>
                <a:cs typeface="Calibri"/>
                <a:sym typeface="Calibri"/>
              </a:rPr>
              <a:t>Travel Insurance — Claim Prediction</a:t>
            </a:r>
            <a:endParaRPr b="0" i="0" sz="734" u="none" cap="none" strike="noStrike">
              <a:solidFill>
                <a:srgbClr val="000000"/>
              </a:solidFill>
              <a:latin typeface="Calibri"/>
              <a:ea typeface="Calibri"/>
              <a:cs typeface="Calibri"/>
              <a:sym typeface="Calibri"/>
            </a:endParaRPr>
          </a:p>
        </p:txBody>
      </p:sp>
      <p:sp>
        <p:nvSpPr>
          <p:cNvPr id="1618" name="Google Shape;1618;g3f6cc2b7739_0_237"/>
          <p:cNvSpPr/>
          <p:nvPr/>
        </p:nvSpPr>
        <p:spPr>
          <a:xfrm>
            <a:off x="8445922" y="4919964"/>
            <a:ext cx="745500" cy="223500"/>
          </a:xfrm>
          <a:prstGeom prst="rect">
            <a:avLst/>
          </a:prstGeom>
          <a:noFill/>
          <a:ln>
            <a:noFill/>
          </a:ln>
        </p:spPr>
        <p:txBody>
          <a:bodyPr anchorCtr="0" anchor="ctr" bIns="37250" lIns="74525" spcFirstLastPara="1" rIns="74525" wrap="square" tIns="37250">
            <a:noAutofit/>
          </a:bodyPr>
          <a:lstStyle/>
          <a:p>
            <a:pPr indent="0" lvl="0" marL="0" marR="0" rtl="0" algn="r">
              <a:spcBef>
                <a:spcPts val="0"/>
              </a:spcBef>
              <a:spcAft>
                <a:spcPts val="0"/>
              </a:spcAft>
              <a:buClr>
                <a:srgbClr val="9AA3B2"/>
              </a:buClr>
              <a:buSzPts val="734"/>
              <a:buFont typeface="Calibri"/>
              <a:buNone/>
            </a:pPr>
            <a:r>
              <a:rPr b="0" i="0" lang="en" sz="734" u="none" cap="none" strike="noStrike">
                <a:solidFill>
                  <a:srgbClr val="9AA3B2"/>
                </a:solidFill>
                <a:latin typeface="Calibri"/>
                <a:ea typeface="Calibri"/>
                <a:cs typeface="Calibri"/>
                <a:sym typeface="Calibri"/>
              </a:rPr>
              <a:t>9</a:t>
            </a:r>
            <a:endParaRPr b="0" i="0" sz="734" u="none" cap="none" strike="noStrik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sp>
        <p:nvSpPr>
          <p:cNvPr id="1623" name="Google Shape;1623;p25"/>
          <p:cNvSpPr txBox="1"/>
          <p:nvPr>
            <p:ph type="title"/>
          </p:nvPr>
        </p:nvSpPr>
        <p:spPr>
          <a:xfrm>
            <a:off x="809297" y="17926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4600"/>
              <a:t>06</a:t>
            </a:r>
            <a:endParaRPr sz="4600"/>
          </a:p>
          <a:p>
            <a:pPr indent="0" lvl="0" marL="0" rtl="0" algn="l">
              <a:lnSpc>
                <a:spcPct val="100000"/>
              </a:lnSpc>
              <a:spcBef>
                <a:spcPts val="0"/>
              </a:spcBef>
              <a:spcAft>
                <a:spcPts val="0"/>
              </a:spcAft>
              <a:buSzPts val="3000"/>
              <a:buNone/>
            </a:pPr>
            <a:r>
              <a:rPr lang="en"/>
              <a:t>Business Impact &amp; Rekomendasi</a:t>
            </a:r>
            <a:endParaRPr/>
          </a:p>
        </p:txBody>
      </p:sp>
      <p:pic>
        <p:nvPicPr>
          <p:cNvPr id="1624" name="Google Shape;1624;p25"/>
          <p:cNvPicPr preferRelativeResize="0"/>
          <p:nvPr>
            <p:ph idx="2" type="pic"/>
          </p:nvPr>
        </p:nvPicPr>
        <p:blipFill rotWithShape="1">
          <a:blip r:embed="rId3">
            <a:alphaModFix/>
          </a:blip>
          <a:srcRect b="33838" l="0" r="0" t="31531"/>
          <a:stretch/>
        </p:blipFill>
        <p:spPr>
          <a:xfrm>
            <a:off x="726775" y="2453852"/>
            <a:ext cx="7704000" cy="1777974"/>
          </a:xfrm>
          <a:prstGeom prst="rect">
            <a:avLst/>
          </a:prstGeom>
          <a:noFill/>
          <a:ln cap="flat" cmpd="sng" w="9525">
            <a:solidFill>
              <a:schemeClr val="dk2"/>
            </a:solidFill>
            <a:prstDash val="solid"/>
            <a:round/>
            <a:headEnd len="sm" w="sm" type="none"/>
            <a:tailEnd len="sm" w="sm" type="none"/>
          </a:ln>
        </p:spPr>
      </p:pic>
      <p:grpSp>
        <p:nvGrpSpPr>
          <p:cNvPr id="1625" name="Google Shape;1625;p25"/>
          <p:cNvGrpSpPr/>
          <p:nvPr/>
        </p:nvGrpSpPr>
        <p:grpSpPr>
          <a:xfrm>
            <a:off x="6691700" y="-1969025"/>
            <a:ext cx="1835863" cy="1777974"/>
            <a:chOff x="8352175" y="-274150"/>
            <a:chExt cx="1835863" cy="1777974"/>
          </a:xfrm>
        </p:grpSpPr>
        <p:grpSp>
          <p:nvGrpSpPr>
            <p:cNvPr id="1626" name="Google Shape;1626;p25"/>
            <p:cNvGrpSpPr/>
            <p:nvPr/>
          </p:nvGrpSpPr>
          <p:grpSpPr>
            <a:xfrm>
              <a:off x="9314994" y="616216"/>
              <a:ext cx="873044" cy="756167"/>
              <a:chOff x="8022925" y="186250"/>
              <a:chExt cx="815700" cy="706500"/>
            </a:xfrm>
          </p:grpSpPr>
          <p:sp>
            <p:nvSpPr>
              <p:cNvPr id="1627" name="Google Shape;1627;p25"/>
              <p:cNvSpPr/>
              <p:nvPr/>
            </p:nvSpPr>
            <p:spPr>
              <a:xfrm>
                <a:off x="8022925" y="186250"/>
                <a:ext cx="815700" cy="7065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28" name="Google Shape;1628;p25"/>
              <p:cNvSpPr/>
              <p:nvPr/>
            </p:nvSpPr>
            <p:spPr>
              <a:xfrm>
                <a:off x="8133718" y="282237"/>
                <a:ext cx="594300" cy="514500"/>
              </a:xfrm>
              <a:prstGeom prst="hexagon">
                <a:avLst>
                  <a:gd fmla="val 25000" name="adj"/>
                  <a:gd fmla="val 115470" name="vf"/>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29" name="Google Shape;1629;p25"/>
              <p:cNvSpPr/>
              <p:nvPr/>
            </p:nvSpPr>
            <p:spPr>
              <a:xfrm>
                <a:off x="8240438" y="374705"/>
                <a:ext cx="380700" cy="3297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630" name="Google Shape;1630;p25"/>
            <p:cNvSpPr/>
            <p:nvPr/>
          </p:nvSpPr>
          <p:spPr>
            <a:xfrm>
              <a:off x="8942351" y="1107824"/>
              <a:ext cx="457200" cy="396000"/>
            </a:xfrm>
            <a:prstGeom prst="hexagon">
              <a:avLst>
                <a:gd fmla="val 25000" name="adj"/>
                <a:gd fmla="val 115470" name="vf"/>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31" name="Google Shape;1631;p25"/>
            <p:cNvSpPr/>
            <p:nvPr/>
          </p:nvSpPr>
          <p:spPr>
            <a:xfrm>
              <a:off x="9118688" y="5905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632" name="Google Shape;1632;p25"/>
            <p:cNvGrpSpPr/>
            <p:nvPr/>
          </p:nvGrpSpPr>
          <p:grpSpPr>
            <a:xfrm>
              <a:off x="8408775" y="-274150"/>
              <a:ext cx="906219" cy="1300800"/>
              <a:chOff x="6860600" y="1707050"/>
              <a:chExt cx="906219" cy="1300800"/>
            </a:xfrm>
          </p:grpSpPr>
          <p:grpSp>
            <p:nvGrpSpPr>
              <p:cNvPr id="1633" name="Google Shape;1633;p25"/>
              <p:cNvGrpSpPr/>
              <p:nvPr/>
            </p:nvGrpSpPr>
            <p:grpSpPr>
              <a:xfrm>
                <a:off x="6860600" y="2285500"/>
                <a:ext cx="906219" cy="722350"/>
                <a:chOff x="6860600" y="2285500"/>
                <a:chExt cx="906219" cy="722350"/>
              </a:xfrm>
            </p:grpSpPr>
            <p:cxnSp>
              <p:nvCxnSpPr>
                <p:cNvPr id="1634" name="Google Shape;1634;p25"/>
                <p:cNvCxnSpPr>
                  <a:stCxn id="1627" idx="3"/>
                </p:cNvCxnSpPr>
                <p:nvPr/>
              </p:nvCxnSpPr>
              <p:spPr>
                <a:xfrm rot="10800000">
                  <a:off x="7612919" y="2975500"/>
                  <a:ext cx="153900" cy="0"/>
                </a:xfrm>
                <a:prstGeom prst="straightConnector1">
                  <a:avLst/>
                </a:prstGeom>
                <a:noFill/>
                <a:ln cap="flat" cmpd="sng" w="9525">
                  <a:solidFill>
                    <a:schemeClr val="dk2"/>
                  </a:solidFill>
                  <a:prstDash val="solid"/>
                  <a:round/>
                  <a:headEnd len="sm" w="sm" type="none"/>
                  <a:tailEnd len="sm" w="sm" type="none"/>
                </a:ln>
              </p:spPr>
            </p:cxnSp>
            <p:grpSp>
              <p:nvGrpSpPr>
                <p:cNvPr id="1635" name="Google Shape;1635;p25"/>
                <p:cNvGrpSpPr/>
                <p:nvPr/>
              </p:nvGrpSpPr>
              <p:grpSpPr>
                <a:xfrm>
                  <a:off x="6860600" y="2285500"/>
                  <a:ext cx="755625" cy="690000"/>
                  <a:chOff x="6860600" y="2285500"/>
                  <a:chExt cx="755625" cy="690000"/>
                </a:xfrm>
              </p:grpSpPr>
              <p:cxnSp>
                <p:nvCxnSpPr>
                  <p:cNvPr id="1636" name="Google Shape;1636;p25"/>
                  <p:cNvCxnSpPr/>
                  <p:nvPr/>
                </p:nvCxnSpPr>
                <p:spPr>
                  <a:xfrm rot="10800000">
                    <a:off x="7262825" y="2285500"/>
                    <a:ext cx="353400" cy="690000"/>
                  </a:xfrm>
                  <a:prstGeom prst="straightConnector1">
                    <a:avLst/>
                  </a:prstGeom>
                  <a:noFill/>
                  <a:ln cap="flat" cmpd="sng" w="9525">
                    <a:solidFill>
                      <a:schemeClr val="dk2"/>
                    </a:solidFill>
                    <a:prstDash val="solid"/>
                    <a:round/>
                    <a:headEnd len="sm" w="sm" type="none"/>
                    <a:tailEnd len="sm" w="sm" type="none"/>
                  </a:ln>
                </p:spPr>
              </p:cxnSp>
              <p:cxnSp>
                <p:nvCxnSpPr>
                  <p:cNvPr id="1637" name="Google Shape;1637;p25"/>
                  <p:cNvCxnSpPr/>
                  <p:nvPr/>
                </p:nvCxnSpPr>
                <p:spPr>
                  <a:xfrm rot="10800000">
                    <a:off x="6860600" y="2289200"/>
                    <a:ext cx="405900" cy="0"/>
                  </a:xfrm>
                  <a:prstGeom prst="straightConnector1">
                    <a:avLst/>
                  </a:prstGeom>
                  <a:noFill/>
                  <a:ln cap="flat" cmpd="sng" w="9525">
                    <a:solidFill>
                      <a:schemeClr val="dk2"/>
                    </a:solidFill>
                    <a:prstDash val="solid"/>
                    <a:round/>
                    <a:headEnd len="sm" w="sm" type="none"/>
                    <a:tailEnd len="sm" w="sm" type="none"/>
                  </a:ln>
                </p:spPr>
              </p:cxnSp>
            </p:grpSp>
            <p:sp>
              <p:nvSpPr>
                <p:cNvPr id="1638" name="Google Shape;1638;p25"/>
                <p:cNvSpPr/>
                <p:nvPr/>
              </p:nvSpPr>
              <p:spPr>
                <a:xfrm>
                  <a:off x="7584350" y="2943050"/>
                  <a:ext cx="64800" cy="64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cxnSp>
            <p:nvCxnSpPr>
              <p:cNvPr id="1639" name="Google Shape;1639;p25"/>
              <p:cNvCxnSpPr/>
              <p:nvPr/>
            </p:nvCxnSpPr>
            <p:spPr>
              <a:xfrm flipH="1" rot="10800000">
                <a:off x="7261350" y="1744525"/>
                <a:ext cx="315600" cy="546300"/>
              </a:xfrm>
              <a:prstGeom prst="straightConnector1">
                <a:avLst/>
              </a:prstGeom>
              <a:noFill/>
              <a:ln cap="flat" cmpd="sng" w="9525">
                <a:solidFill>
                  <a:schemeClr val="dk2"/>
                </a:solidFill>
                <a:prstDash val="solid"/>
                <a:round/>
                <a:headEnd len="sm" w="sm" type="none"/>
                <a:tailEnd len="sm" w="sm" type="none"/>
              </a:ln>
            </p:spPr>
          </p:cxnSp>
          <p:sp>
            <p:nvSpPr>
              <p:cNvPr id="1640" name="Google Shape;1640;p25"/>
              <p:cNvSpPr/>
              <p:nvPr/>
            </p:nvSpPr>
            <p:spPr>
              <a:xfrm>
                <a:off x="7545125" y="1707050"/>
                <a:ext cx="73500" cy="73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641" name="Google Shape;1641;p25"/>
            <p:cNvSpPr/>
            <p:nvPr/>
          </p:nvSpPr>
          <p:spPr>
            <a:xfrm>
              <a:off x="8352175" y="268675"/>
              <a:ext cx="78600" cy="7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42" name="Google Shape;1642;p25"/>
            <p:cNvSpPr/>
            <p:nvPr/>
          </p:nvSpPr>
          <p:spPr>
            <a:xfrm>
              <a:off x="8504977" y="426753"/>
              <a:ext cx="307200" cy="266100"/>
            </a:xfrm>
            <a:prstGeom prst="hexagon">
              <a:avLst>
                <a:gd fmla="val 25000" name="adj"/>
                <a:gd fmla="val 115470" name="vf"/>
              </a:avLst>
            </a:prstGeom>
            <a:solidFill>
              <a:srgbClr val="AFE0D9">
                <a:alpha val="5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1643" name="Google Shape;1643;p25"/>
          <p:cNvSpPr txBox="1"/>
          <p:nvPr>
            <p:ph idx="1" type="subTitle"/>
          </p:nvPr>
        </p:nvSpPr>
        <p:spPr>
          <a:xfrm>
            <a:off x="824175" y="1400173"/>
            <a:ext cx="7248900" cy="97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900"/>
              <a:t>Mendukung risk assessment dan claim management melalui identifikasi potential claim secara lebih proaktif</a:t>
            </a:r>
            <a:endParaRPr sz="1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7" name="Shape 1647"/>
        <p:cNvGrpSpPr/>
        <p:nvPr/>
      </p:nvGrpSpPr>
      <p:grpSpPr>
        <a:xfrm>
          <a:off x="0" y="0"/>
          <a:ext cx="0" cy="0"/>
          <a:chOff x="0" y="0"/>
          <a:chExt cx="0" cy="0"/>
        </a:xfrm>
      </p:grpSpPr>
      <p:pic>
        <p:nvPicPr>
          <p:cNvPr id="1648" name="Google Shape;1648;g3f6cc2b7739_0_312" title="ppt.png"/>
          <p:cNvPicPr preferRelativeResize="0"/>
          <p:nvPr/>
        </p:nvPicPr>
        <p:blipFill>
          <a:blip r:embed="rId3">
            <a:alphaModFix/>
          </a:blip>
          <a:stretch>
            <a:fillRect/>
          </a:stretch>
        </p:blipFill>
        <p:spPr>
          <a:xfrm>
            <a:off x="5386175" y="1430622"/>
            <a:ext cx="3084273" cy="1951774"/>
          </a:xfrm>
          <a:prstGeom prst="rect">
            <a:avLst/>
          </a:prstGeom>
          <a:noFill/>
          <a:ln>
            <a:noFill/>
          </a:ln>
        </p:spPr>
      </p:pic>
      <p:sp>
        <p:nvSpPr>
          <p:cNvPr id="1649" name="Google Shape;1649;g3f6cc2b7739_0_312"/>
          <p:cNvSpPr/>
          <p:nvPr/>
        </p:nvSpPr>
        <p:spPr>
          <a:xfrm>
            <a:off x="0" y="0"/>
            <a:ext cx="9143700" cy="5143500"/>
          </a:xfrm>
          <a:prstGeom prst="rect">
            <a:avLst/>
          </a:prstGeom>
          <a:solidFill>
            <a:srgbClr val="F8FAFB"/>
          </a:solidFill>
          <a:ln>
            <a:noFill/>
          </a:ln>
          <a:effectLst>
            <a:outerShdw blurRad="30000" rotWithShape="0" dir="5400000" dist="17250">
              <a:srgbClr val="000000">
                <a:alpha val="34900"/>
              </a:srgbClr>
            </a:outerShdw>
          </a:effectLst>
        </p:spPr>
        <p:txBody>
          <a:bodyPr anchorCtr="0" anchor="ctr" bIns="34275" lIns="68550" spcFirstLastPara="1" rIns="68550" wrap="square" tIns="34275">
            <a:noAutofit/>
          </a:bodyPr>
          <a:lstStyle/>
          <a:p>
            <a:pPr indent="0" lvl="0" marL="0" marR="0" rtl="0" algn="ctr">
              <a:spcBef>
                <a:spcPts val="0"/>
              </a:spcBef>
              <a:spcAft>
                <a:spcPts val="0"/>
              </a:spcAft>
              <a:buNone/>
            </a:pPr>
            <a:r>
              <a:t/>
            </a:r>
            <a:endParaRPr b="0" i="0" sz="1350" u="none" cap="none" strike="noStrike">
              <a:solidFill>
                <a:srgbClr val="000000"/>
              </a:solidFill>
              <a:latin typeface="Calibri"/>
              <a:ea typeface="Calibri"/>
              <a:cs typeface="Calibri"/>
              <a:sym typeface="Calibri"/>
            </a:endParaRPr>
          </a:p>
        </p:txBody>
      </p:sp>
      <p:sp>
        <p:nvSpPr>
          <p:cNvPr id="1650" name="Google Shape;1650;g3f6cc2b7739_0_312"/>
          <p:cNvSpPr txBox="1"/>
          <p:nvPr/>
        </p:nvSpPr>
        <p:spPr>
          <a:xfrm>
            <a:off x="445765" y="288032"/>
            <a:ext cx="8229300" cy="381000"/>
          </a:xfrm>
          <a:prstGeom prst="rect">
            <a:avLst/>
          </a:prstGeom>
          <a:noFill/>
          <a:ln>
            <a:noFill/>
          </a:ln>
        </p:spPr>
        <p:txBody>
          <a:bodyPr anchorCtr="0" anchor="t" bIns="34275" lIns="68550" spcFirstLastPara="1" rIns="68550" wrap="square" tIns="34275">
            <a:spAutoFit/>
          </a:bodyPr>
          <a:lstStyle/>
          <a:p>
            <a:pPr indent="0" lvl="0" marL="0" marR="0" rtl="0" algn="l">
              <a:spcBef>
                <a:spcPts val="0"/>
              </a:spcBef>
              <a:spcAft>
                <a:spcPts val="0"/>
              </a:spcAft>
              <a:buNone/>
            </a:pPr>
            <a:r>
              <a:rPr b="1" i="0" lang="en" sz="2025" u="none" cap="none" strike="noStrike">
                <a:solidFill>
                  <a:srgbClr val="2D3052"/>
                </a:solidFill>
                <a:latin typeface="Play"/>
                <a:ea typeface="Play"/>
                <a:cs typeface="Play"/>
                <a:sym typeface="Play"/>
              </a:rPr>
              <a:t>06  |  Business Impact &amp; Rekomendasi</a:t>
            </a:r>
            <a:endParaRPr sz="1050"/>
          </a:p>
        </p:txBody>
      </p:sp>
      <p:sp>
        <p:nvSpPr>
          <p:cNvPr id="1651" name="Google Shape;1651;g3f6cc2b7739_0_312"/>
          <p:cNvSpPr/>
          <p:nvPr/>
        </p:nvSpPr>
        <p:spPr>
          <a:xfrm>
            <a:off x="514345" y="1062977"/>
            <a:ext cx="2605800" cy="1371900"/>
          </a:xfrm>
          <a:prstGeom prst="roundRect">
            <a:avLst>
              <a:gd fmla="val 16667" name="adj"/>
            </a:avLst>
          </a:prstGeom>
          <a:solidFill>
            <a:srgbClr val="FFFFFF"/>
          </a:solidFill>
          <a:ln cap="flat" cmpd="sng" w="7150">
            <a:solidFill>
              <a:srgbClr val="DCE0E6"/>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50" spcFirstLastPara="1" rIns="68550" wrap="square" tIns="34275">
            <a:noAutofit/>
          </a:bodyPr>
          <a:lstStyle/>
          <a:p>
            <a:pPr indent="0" lvl="0" marL="0" marR="0" rtl="0" algn="ctr">
              <a:spcBef>
                <a:spcPts val="0"/>
              </a:spcBef>
              <a:spcAft>
                <a:spcPts val="0"/>
              </a:spcAft>
              <a:buNone/>
            </a:pPr>
            <a:r>
              <a:t/>
            </a:r>
            <a:endParaRPr b="0" i="0" sz="1350" u="none" cap="none" strike="noStrike">
              <a:solidFill>
                <a:srgbClr val="000000"/>
              </a:solidFill>
              <a:latin typeface="Calibri"/>
              <a:ea typeface="Calibri"/>
              <a:cs typeface="Calibri"/>
              <a:sym typeface="Calibri"/>
            </a:endParaRPr>
          </a:p>
        </p:txBody>
      </p:sp>
      <p:sp>
        <p:nvSpPr>
          <p:cNvPr id="1652" name="Google Shape;1652;g3f6cc2b7739_0_312"/>
          <p:cNvSpPr/>
          <p:nvPr/>
        </p:nvSpPr>
        <p:spPr>
          <a:xfrm>
            <a:off x="514345" y="1062977"/>
            <a:ext cx="54900" cy="1371900"/>
          </a:xfrm>
          <a:prstGeom prst="rect">
            <a:avLst/>
          </a:prstGeom>
          <a:solidFill>
            <a:srgbClr val="4CB5BE"/>
          </a:solidFill>
          <a:ln>
            <a:noFill/>
          </a:ln>
          <a:effectLst>
            <a:outerShdw blurRad="30000" rotWithShape="0" dir="5400000" dist="17250">
              <a:srgbClr val="000000">
                <a:alpha val="34900"/>
              </a:srgbClr>
            </a:outerShdw>
          </a:effectLst>
        </p:spPr>
        <p:txBody>
          <a:bodyPr anchorCtr="0" anchor="ctr" bIns="34275" lIns="68550" spcFirstLastPara="1" rIns="68550" wrap="square" tIns="34275">
            <a:noAutofit/>
          </a:bodyPr>
          <a:lstStyle/>
          <a:p>
            <a:pPr indent="0" lvl="0" marL="0" marR="0" rtl="0" algn="ctr">
              <a:spcBef>
                <a:spcPts val="0"/>
              </a:spcBef>
              <a:spcAft>
                <a:spcPts val="0"/>
              </a:spcAft>
              <a:buNone/>
            </a:pPr>
            <a:r>
              <a:t/>
            </a:r>
            <a:endParaRPr b="0" i="0" sz="1350" u="none" cap="none" strike="noStrike">
              <a:solidFill>
                <a:srgbClr val="000000"/>
              </a:solidFill>
              <a:latin typeface="Calibri"/>
              <a:ea typeface="Calibri"/>
              <a:cs typeface="Calibri"/>
              <a:sym typeface="Calibri"/>
            </a:endParaRPr>
          </a:p>
        </p:txBody>
      </p:sp>
      <p:sp>
        <p:nvSpPr>
          <p:cNvPr id="1653" name="Google Shape;1653;g3f6cc2b7739_0_312"/>
          <p:cNvSpPr txBox="1"/>
          <p:nvPr/>
        </p:nvSpPr>
        <p:spPr>
          <a:xfrm>
            <a:off x="685793" y="1186419"/>
            <a:ext cx="2297100" cy="242400"/>
          </a:xfrm>
          <a:prstGeom prst="rect">
            <a:avLst/>
          </a:prstGeom>
          <a:noFill/>
          <a:ln>
            <a:noFill/>
          </a:ln>
        </p:spPr>
        <p:txBody>
          <a:bodyPr anchorCtr="0" anchor="t" bIns="34275" lIns="68550" spcFirstLastPara="1" rIns="68550" wrap="square" tIns="34275">
            <a:spAutoFit/>
          </a:bodyPr>
          <a:lstStyle/>
          <a:p>
            <a:pPr indent="0" lvl="0" marL="0" marR="0" rtl="0" algn="l">
              <a:spcBef>
                <a:spcPts val="0"/>
              </a:spcBef>
              <a:spcAft>
                <a:spcPts val="0"/>
              </a:spcAft>
              <a:buNone/>
            </a:pPr>
            <a:r>
              <a:rPr b="1" i="0" lang="en" sz="1125" u="none" cap="none" strike="noStrike">
                <a:solidFill>
                  <a:srgbClr val="2D3052"/>
                </a:solidFill>
                <a:latin typeface="Arial"/>
                <a:ea typeface="Arial"/>
                <a:cs typeface="Arial"/>
                <a:sym typeface="Arial"/>
              </a:rPr>
              <a:t>Risk Assessment</a:t>
            </a:r>
            <a:endParaRPr sz="1050"/>
          </a:p>
        </p:txBody>
      </p:sp>
      <p:sp>
        <p:nvSpPr>
          <p:cNvPr id="1654" name="Google Shape;1654;g3f6cc2b7739_0_312"/>
          <p:cNvSpPr txBox="1"/>
          <p:nvPr/>
        </p:nvSpPr>
        <p:spPr>
          <a:xfrm>
            <a:off x="685793" y="1488167"/>
            <a:ext cx="2297100" cy="646500"/>
          </a:xfrm>
          <a:prstGeom prst="rect">
            <a:avLst/>
          </a:prstGeom>
          <a:noFill/>
          <a:ln>
            <a:noFill/>
          </a:ln>
        </p:spPr>
        <p:txBody>
          <a:bodyPr anchorCtr="0" anchor="t" bIns="34275" lIns="68550" spcFirstLastPara="1" rIns="68550" wrap="square" tIns="34275">
            <a:spAutoFit/>
          </a:bodyPr>
          <a:lstStyle/>
          <a:p>
            <a:pPr indent="0" lvl="0" marL="0" marR="0" rtl="0" algn="l">
              <a:spcBef>
                <a:spcPts val="0"/>
              </a:spcBef>
              <a:spcAft>
                <a:spcPts val="0"/>
              </a:spcAft>
              <a:buNone/>
            </a:pPr>
            <a:r>
              <a:rPr b="0" i="0" lang="en" sz="937" u="none" cap="none" strike="noStrike">
                <a:solidFill>
                  <a:srgbClr val="37394B"/>
                </a:solidFill>
                <a:latin typeface="Arial"/>
                <a:ea typeface="Arial"/>
                <a:cs typeface="Arial"/>
                <a:sym typeface="Arial"/>
              </a:rPr>
              <a:t>Gunakan prediksi sebagai indikator tambahan untuk membantu mengidentifikasi transaksi dengan potensi risiko claim.</a:t>
            </a:r>
            <a:endParaRPr sz="1050"/>
          </a:p>
        </p:txBody>
      </p:sp>
      <p:sp>
        <p:nvSpPr>
          <p:cNvPr id="1655" name="Google Shape;1655;g3f6cc2b7739_0_312"/>
          <p:cNvSpPr/>
          <p:nvPr/>
        </p:nvSpPr>
        <p:spPr>
          <a:xfrm>
            <a:off x="3257517" y="1062977"/>
            <a:ext cx="2605800" cy="1371900"/>
          </a:xfrm>
          <a:prstGeom prst="roundRect">
            <a:avLst>
              <a:gd fmla="val 16667" name="adj"/>
            </a:avLst>
          </a:prstGeom>
          <a:solidFill>
            <a:srgbClr val="FFFFFF"/>
          </a:solidFill>
          <a:ln cap="flat" cmpd="sng" w="7150">
            <a:solidFill>
              <a:srgbClr val="DCE0E6"/>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50" spcFirstLastPara="1" rIns="68550" wrap="square" tIns="34275">
            <a:noAutofit/>
          </a:bodyPr>
          <a:lstStyle/>
          <a:p>
            <a:pPr indent="0" lvl="0" marL="0" marR="0" rtl="0" algn="ctr">
              <a:spcBef>
                <a:spcPts val="0"/>
              </a:spcBef>
              <a:spcAft>
                <a:spcPts val="0"/>
              </a:spcAft>
              <a:buNone/>
            </a:pPr>
            <a:r>
              <a:t/>
            </a:r>
            <a:endParaRPr b="0" i="0" sz="1350" u="none" cap="none" strike="noStrike">
              <a:solidFill>
                <a:srgbClr val="000000"/>
              </a:solidFill>
              <a:latin typeface="Calibri"/>
              <a:ea typeface="Calibri"/>
              <a:cs typeface="Calibri"/>
              <a:sym typeface="Calibri"/>
            </a:endParaRPr>
          </a:p>
        </p:txBody>
      </p:sp>
      <p:sp>
        <p:nvSpPr>
          <p:cNvPr id="1656" name="Google Shape;1656;g3f6cc2b7739_0_312"/>
          <p:cNvSpPr/>
          <p:nvPr/>
        </p:nvSpPr>
        <p:spPr>
          <a:xfrm>
            <a:off x="3257517" y="1062977"/>
            <a:ext cx="54900" cy="1371900"/>
          </a:xfrm>
          <a:prstGeom prst="rect">
            <a:avLst/>
          </a:prstGeom>
          <a:solidFill>
            <a:srgbClr val="2D3052"/>
          </a:solidFill>
          <a:ln>
            <a:noFill/>
          </a:ln>
          <a:effectLst>
            <a:outerShdw blurRad="30000" rotWithShape="0" dir="5400000" dist="17250">
              <a:srgbClr val="000000">
                <a:alpha val="34900"/>
              </a:srgbClr>
            </a:outerShdw>
          </a:effectLst>
        </p:spPr>
        <p:txBody>
          <a:bodyPr anchorCtr="0" anchor="ctr" bIns="34275" lIns="68550" spcFirstLastPara="1" rIns="68550" wrap="square" tIns="34275">
            <a:noAutofit/>
          </a:bodyPr>
          <a:lstStyle/>
          <a:p>
            <a:pPr indent="0" lvl="0" marL="0" marR="0" rtl="0" algn="ctr">
              <a:spcBef>
                <a:spcPts val="0"/>
              </a:spcBef>
              <a:spcAft>
                <a:spcPts val="0"/>
              </a:spcAft>
              <a:buNone/>
            </a:pPr>
            <a:r>
              <a:t/>
            </a:r>
            <a:endParaRPr b="0" i="0" sz="1350" u="none" cap="none" strike="noStrike">
              <a:solidFill>
                <a:srgbClr val="000000"/>
              </a:solidFill>
              <a:latin typeface="Calibri"/>
              <a:ea typeface="Calibri"/>
              <a:cs typeface="Calibri"/>
              <a:sym typeface="Calibri"/>
            </a:endParaRPr>
          </a:p>
        </p:txBody>
      </p:sp>
      <p:sp>
        <p:nvSpPr>
          <p:cNvPr id="1657" name="Google Shape;1657;g3f6cc2b7739_0_312"/>
          <p:cNvSpPr txBox="1"/>
          <p:nvPr/>
        </p:nvSpPr>
        <p:spPr>
          <a:xfrm>
            <a:off x="3428965" y="1186419"/>
            <a:ext cx="2297100" cy="242400"/>
          </a:xfrm>
          <a:prstGeom prst="rect">
            <a:avLst/>
          </a:prstGeom>
          <a:noFill/>
          <a:ln>
            <a:noFill/>
          </a:ln>
        </p:spPr>
        <p:txBody>
          <a:bodyPr anchorCtr="0" anchor="t" bIns="34275" lIns="68550" spcFirstLastPara="1" rIns="68550" wrap="square" tIns="34275">
            <a:spAutoFit/>
          </a:bodyPr>
          <a:lstStyle/>
          <a:p>
            <a:pPr indent="0" lvl="0" marL="0" marR="0" rtl="0" algn="l">
              <a:spcBef>
                <a:spcPts val="0"/>
              </a:spcBef>
              <a:spcAft>
                <a:spcPts val="0"/>
              </a:spcAft>
              <a:buNone/>
            </a:pPr>
            <a:r>
              <a:rPr b="1" i="0" lang="en" sz="1125" u="none" cap="none" strike="noStrike">
                <a:solidFill>
                  <a:srgbClr val="2D3052"/>
                </a:solidFill>
                <a:latin typeface="Arial"/>
                <a:ea typeface="Arial"/>
                <a:cs typeface="Arial"/>
                <a:sym typeface="Arial"/>
              </a:rPr>
              <a:t>Claim Management</a:t>
            </a:r>
            <a:endParaRPr sz="1050"/>
          </a:p>
        </p:txBody>
      </p:sp>
      <p:sp>
        <p:nvSpPr>
          <p:cNvPr id="1658" name="Google Shape;1658;g3f6cc2b7739_0_312"/>
          <p:cNvSpPr txBox="1"/>
          <p:nvPr/>
        </p:nvSpPr>
        <p:spPr>
          <a:xfrm>
            <a:off x="3428965" y="1488167"/>
            <a:ext cx="2297100" cy="357900"/>
          </a:xfrm>
          <a:prstGeom prst="rect">
            <a:avLst/>
          </a:prstGeom>
          <a:noFill/>
          <a:ln>
            <a:noFill/>
          </a:ln>
        </p:spPr>
        <p:txBody>
          <a:bodyPr anchorCtr="0" anchor="t" bIns="34275" lIns="68550" spcFirstLastPara="1" rIns="68550" wrap="square" tIns="34275">
            <a:spAutoFit/>
          </a:bodyPr>
          <a:lstStyle/>
          <a:p>
            <a:pPr indent="0" lvl="0" marL="0" marR="0" rtl="0" algn="l">
              <a:spcBef>
                <a:spcPts val="0"/>
              </a:spcBef>
              <a:spcAft>
                <a:spcPts val="0"/>
              </a:spcAft>
              <a:buNone/>
            </a:pPr>
            <a:r>
              <a:rPr b="0" i="0" lang="en" sz="937" u="none" cap="none" strike="noStrike">
                <a:solidFill>
                  <a:srgbClr val="37394B"/>
                </a:solidFill>
                <a:latin typeface="Arial"/>
                <a:ea typeface="Arial"/>
                <a:cs typeface="Arial"/>
                <a:sym typeface="Arial"/>
              </a:rPr>
              <a:t>Mendukung persiapan dan pengelolaan claim secara lebih proaktif.</a:t>
            </a:r>
            <a:endParaRPr sz="1050"/>
          </a:p>
        </p:txBody>
      </p:sp>
      <p:sp>
        <p:nvSpPr>
          <p:cNvPr id="1659" name="Google Shape;1659;g3f6cc2b7739_0_312"/>
          <p:cNvSpPr/>
          <p:nvPr/>
        </p:nvSpPr>
        <p:spPr>
          <a:xfrm>
            <a:off x="6000689" y="1062977"/>
            <a:ext cx="2605800" cy="1371900"/>
          </a:xfrm>
          <a:prstGeom prst="roundRect">
            <a:avLst>
              <a:gd fmla="val 16667" name="adj"/>
            </a:avLst>
          </a:prstGeom>
          <a:solidFill>
            <a:srgbClr val="FFFFFF"/>
          </a:solidFill>
          <a:ln cap="flat" cmpd="sng" w="7150">
            <a:solidFill>
              <a:srgbClr val="DCE0E6"/>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50" spcFirstLastPara="1" rIns="68550" wrap="square" tIns="34275">
            <a:noAutofit/>
          </a:bodyPr>
          <a:lstStyle/>
          <a:p>
            <a:pPr indent="0" lvl="0" marL="0" marR="0" rtl="0" algn="ctr">
              <a:spcBef>
                <a:spcPts val="0"/>
              </a:spcBef>
              <a:spcAft>
                <a:spcPts val="0"/>
              </a:spcAft>
              <a:buNone/>
            </a:pPr>
            <a:r>
              <a:t/>
            </a:r>
            <a:endParaRPr b="0" i="0" sz="1350" u="none" cap="none" strike="noStrike">
              <a:solidFill>
                <a:srgbClr val="000000"/>
              </a:solidFill>
              <a:latin typeface="Calibri"/>
              <a:ea typeface="Calibri"/>
              <a:cs typeface="Calibri"/>
              <a:sym typeface="Calibri"/>
            </a:endParaRPr>
          </a:p>
        </p:txBody>
      </p:sp>
      <p:sp>
        <p:nvSpPr>
          <p:cNvPr id="1660" name="Google Shape;1660;g3f6cc2b7739_0_312"/>
          <p:cNvSpPr/>
          <p:nvPr/>
        </p:nvSpPr>
        <p:spPr>
          <a:xfrm>
            <a:off x="6000689" y="1062977"/>
            <a:ext cx="54900" cy="1371900"/>
          </a:xfrm>
          <a:prstGeom prst="rect">
            <a:avLst/>
          </a:prstGeom>
          <a:solidFill>
            <a:srgbClr val="4CB5BE"/>
          </a:solidFill>
          <a:ln>
            <a:noFill/>
          </a:ln>
          <a:effectLst>
            <a:outerShdw blurRad="30000" rotWithShape="0" dir="5400000" dist="17250">
              <a:srgbClr val="000000">
                <a:alpha val="34900"/>
              </a:srgbClr>
            </a:outerShdw>
          </a:effectLst>
        </p:spPr>
        <p:txBody>
          <a:bodyPr anchorCtr="0" anchor="ctr" bIns="34275" lIns="68550" spcFirstLastPara="1" rIns="68550" wrap="square" tIns="34275">
            <a:noAutofit/>
          </a:bodyPr>
          <a:lstStyle/>
          <a:p>
            <a:pPr indent="0" lvl="0" marL="0" marR="0" rtl="0" algn="ctr">
              <a:spcBef>
                <a:spcPts val="0"/>
              </a:spcBef>
              <a:spcAft>
                <a:spcPts val="0"/>
              </a:spcAft>
              <a:buNone/>
            </a:pPr>
            <a:r>
              <a:t/>
            </a:r>
            <a:endParaRPr b="0" i="0" sz="1350" u="none" cap="none" strike="noStrike">
              <a:solidFill>
                <a:srgbClr val="000000"/>
              </a:solidFill>
              <a:latin typeface="Calibri"/>
              <a:ea typeface="Calibri"/>
              <a:cs typeface="Calibri"/>
              <a:sym typeface="Calibri"/>
            </a:endParaRPr>
          </a:p>
        </p:txBody>
      </p:sp>
      <p:sp>
        <p:nvSpPr>
          <p:cNvPr id="1661" name="Google Shape;1661;g3f6cc2b7739_0_312"/>
          <p:cNvSpPr txBox="1"/>
          <p:nvPr/>
        </p:nvSpPr>
        <p:spPr>
          <a:xfrm>
            <a:off x="6172137" y="1186419"/>
            <a:ext cx="2297100" cy="242400"/>
          </a:xfrm>
          <a:prstGeom prst="rect">
            <a:avLst/>
          </a:prstGeom>
          <a:noFill/>
          <a:ln>
            <a:noFill/>
          </a:ln>
        </p:spPr>
        <p:txBody>
          <a:bodyPr anchorCtr="0" anchor="t" bIns="34275" lIns="68550" spcFirstLastPara="1" rIns="68550" wrap="square" tIns="34275">
            <a:spAutoFit/>
          </a:bodyPr>
          <a:lstStyle/>
          <a:p>
            <a:pPr indent="0" lvl="0" marL="0" marR="0" rtl="0" algn="l">
              <a:spcBef>
                <a:spcPts val="0"/>
              </a:spcBef>
              <a:spcAft>
                <a:spcPts val="0"/>
              </a:spcAft>
              <a:buNone/>
            </a:pPr>
            <a:r>
              <a:rPr b="1" i="0" lang="en" sz="1125" u="none" cap="none" strike="noStrike">
                <a:solidFill>
                  <a:srgbClr val="2D3052"/>
                </a:solidFill>
                <a:latin typeface="Arial"/>
                <a:ea typeface="Arial"/>
                <a:cs typeface="Arial"/>
                <a:sym typeface="Arial"/>
              </a:rPr>
              <a:t>Evaluasi Produk</a:t>
            </a:r>
            <a:endParaRPr sz="1050"/>
          </a:p>
        </p:txBody>
      </p:sp>
      <p:sp>
        <p:nvSpPr>
          <p:cNvPr id="1662" name="Google Shape;1662;g3f6cc2b7739_0_312"/>
          <p:cNvSpPr txBox="1"/>
          <p:nvPr/>
        </p:nvSpPr>
        <p:spPr>
          <a:xfrm>
            <a:off x="6172137" y="1488167"/>
            <a:ext cx="2297100" cy="502200"/>
          </a:xfrm>
          <a:prstGeom prst="rect">
            <a:avLst/>
          </a:prstGeom>
          <a:noFill/>
          <a:ln>
            <a:noFill/>
          </a:ln>
        </p:spPr>
        <p:txBody>
          <a:bodyPr anchorCtr="0" anchor="t" bIns="34275" lIns="68550" spcFirstLastPara="1" rIns="68550" wrap="square" tIns="34275">
            <a:spAutoFit/>
          </a:bodyPr>
          <a:lstStyle/>
          <a:p>
            <a:pPr indent="0" lvl="0" marL="0" marR="0" rtl="0" algn="l">
              <a:spcBef>
                <a:spcPts val="0"/>
              </a:spcBef>
              <a:spcAft>
                <a:spcPts val="0"/>
              </a:spcAft>
              <a:buNone/>
            </a:pPr>
            <a:r>
              <a:rPr b="0" i="0" lang="en" sz="937" u="none" cap="none" strike="noStrike">
                <a:solidFill>
                  <a:srgbClr val="37394B"/>
                </a:solidFill>
                <a:latin typeface="Arial"/>
                <a:ea typeface="Arial"/>
                <a:cs typeface="Arial"/>
                <a:sym typeface="Arial"/>
              </a:rPr>
              <a:t>Produk dengan claim rate relatif tinggi dapat dianalisis lebih lanjut untuk memahami karakteristik risikonya.</a:t>
            </a:r>
            <a:endParaRPr sz="1050"/>
          </a:p>
        </p:txBody>
      </p:sp>
      <p:sp>
        <p:nvSpPr>
          <p:cNvPr id="1663" name="Google Shape;1663;g3f6cc2b7739_0_312"/>
          <p:cNvSpPr txBox="1"/>
          <p:nvPr/>
        </p:nvSpPr>
        <p:spPr>
          <a:xfrm>
            <a:off x="617214" y="2846034"/>
            <a:ext cx="7886700" cy="288600"/>
          </a:xfrm>
          <a:prstGeom prst="rect">
            <a:avLst/>
          </a:prstGeom>
          <a:noFill/>
          <a:ln>
            <a:noFill/>
          </a:ln>
        </p:spPr>
        <p:txBody>
          <a:bodyPr anchorCtr="0" anchor="t" bIns="34275" lIns="68550" spcFirstLastPara="1" rIns="68550" wrap="square" tIns="34275">
            <a:spAutoFit/>
          </a:bodyPr>
          <a:lstStyle/>
          <a:p>
            <a:pPr indent="0" lvl="0" marL="0" marR="0" rtl="0" algn="l">
              <a:spcBef>
                <a:spcPts val="0"/>
              </a:spcBef>
              <a:spcAft>
                <a:spcPts val="0"/>
              </a:spcAft>
              <a:buNone/>
            </a:pPr>
            <a:r>
              <a:rPr b="1" i="0" lang="en" sz="1425" u="none" cap="none" strike="noStrike">
                <a:solidFill>
                  <a:srgbClr val="2D3052"/>
                </a:solidFill>
                <a:latin typeface="Arial"/>
                <a:ea typeface="Arial"/>
                <a:cs typeface="Arial"/>
                <a:sym typeface="Arial"/>
              </a:rPr>
              <a:t>Rekomendasi Lanjutan</a:t>
            </a:r>
            <a:endParaRPr sz="1050"/>
          </a:p>
        </p:txBody>
      </p:sp>
      <p:sp>
        <p:nvSpPr>
          <p:cNvPr id="1664" name="Google Shape;1664;g3f6cc2b7739_0_312"/>
          <p:cNvSpPr txBox="1"/>
          <p:nvPr/>
        </p:nvSpPr>
        <p:spPr>
          <a:xfrm>
            <a:off x="651503" y="3257509"/>
            <a:ext cx="7543800" cy="725400"/>
          </a:xfrm>
          <a:prstGeom prst="rect">
            <a:avLst/>
          </a:prstGeom>
          <a:noFill/>
          <a:ln>
            <a:noFill/>
          </a:ln>
        </p:spPr>
        <p:txBody>
          <a:bodyPr anchorCtr="0" anchor="t" bIns="34275" lIns="68550" spcFirstLastPara="1" rIns="68550" wrap="square" tIns="34275">
            <a:spAutoFit/>
          </a:bodyPr>
          <a:lstStyle/>
          <a:p>
            <a:pPr indent="0" lvl="0" marL="0" marR="0" rtl="0" algn="l">
              <a:spcBef>
                <a:spcPts val="0"/>
              </a:spcBef>
              <a:spcAft>
                <a:spcPts val="0"/>
              </a:spcAft>
              <a:buNone/>
            </a:pPr>
            <a:r>
              <a:rPr b="0" i="0" lang="en" sz="1087" u="none" cap="none" strike="noStrike">
                <a:solidFill>
                  <a:srgbClr val="37394B"/>
                </a:solidFill>
                <a:latin typeface="Arial"/>
                <a:ea typeface="Arial"/>
                <a:cs typeface="Arial"/>
                <a:sym typeface="Arial"/>
              </a:rPr>
              <a:t>Lakukan validasi ulang target class agar metrik benar-benar merepresentasikan kemampuan mendeteksi Claim = Yes.</a:t>
            </a:r>
            <a:endParaRPr sz="1050"/>
          </a:p>
          <a:p>
            <a:pPr indent="0" lvl="0" marL="0" marR="0" rtl="0" algn="l">
              <a:spcBef>
                <a:spcPts val="600"/>
              </a:spcBef>
              <a:spcAft>
                <a:spcPts val="0"/>
              </a:spcAft>
              <a:buNone/>
            </a:pPr>
            <a:r>
              <a:rPr b="0" i="0" lang="en" sz="1087" u="none" cap="none" strike="noStrike">
                <a:solidFill>
                  <a:srgbClr val="37394B"/>
                </a:solidFill>
                <a:latin typeface="Arial"/>
                <a:ea typeface="Arial"/>
                <a:cs typeface="Arial"/>
                <a:sym typeface="Arial"/>
              </a:rPr>
              <a:t>Pertimbangkan threshold tuning untuk memperoleh trade-off yang lebih sesuai antara Recall dan False Positive.</a:t>
            </a:r>
            <a:endParaRPr sz="1050"/>
          </a:p>
          <a:p>
            <a:pPr indent="0" lvl="0" marL="0" marR="0" rtl="0" algn="l">
              <a:spcBef>
                <a:spcPts val="600"/>
              </a:spcBef>
              <a:spcAft>
                <a:spcPts val="0"/>
              </a:spcAft>
              <a:buNone/>
            </a:pPr>
            <a:r>
              <a:rPr b="0" i="0" lang="en" sz="1087" u="none" cap="none" strike="noStrike">
                <a:solidFill>
                  <a:srgbClr val="37394B"/>
                </a:solidFill>
                <a:latin typeface="Arial"/>
                <a:ea typeface="Arial"/>
                <a:cs typeface="Arial"/>
                <a:sym typeface="Arial"/>
              </a:rPr>
              <a:t>Validasi model dengan data terbaru sebelum diterapkan pada proses bisnis.</a:t>
            </a:r>
            <a:endParaRPr sz="1050"/>
          </a:p>
        </p:txBody>
      </p:sp>
      <p:sp>
        <p:nvSpPr>
          <p:cNvPr id="1665" name="Google Shape;1665;g3f6cc2b7739_0_312"/>
          <p:cNvSpPr txBox="1"/>
          <p:nvPr/>
        </p:nvSpPr>
        <p:spPr>
          <a:xfrm>
            <a:off x="651503" y="4491933"/>
            <a:ext cx="7543800" cy="392400"/>
          </a:xfrm>
          <a:prstGeom prst="rect">
            <a:avLst/>
          </a:prstGeom>
          <a:noFill/>
          <a:ln>
            <a:noFill/>
          </a:ln>
        </p:spPr>
        <p:txBody>
          <a:bodyPr anchorCtr="0" anchor="t" bIns="34275" lIns="68550" spcFirstLastPara="1" rIns="68550" wrap="square" tIns="34275">
            <a:spAutoFit/>
          </a:bodyPr>
          <a:lstStyle/>
          <a:p>
            <a:pPr indent="0" lvl="0" marL="0" marR="0" rtl="0" algn="ctr">
              <a:spcBef>
                <a:spcPts val="0"/>
              </a:spcBef>
              <a:spcAft>
                <a:spcPts val="0"/>
              </a:spcAft>
              <a:buNone/>
            </a:pPr>
            <a:r>
              <a:rPr b="1" i="0" lang="en" sz="1050" u="none" cap="none" strike="noStrike">
                <a:solidFill>
                  <a:srgbClr val="4CB5BE"/>
                </a:solidFill>
                <a:latin typeface="Arial"/>
                <a:ea typeface="Arial"/>
                <a:cs typeface="Arial"/>
                <a:sym typeface="Arial"/>
              </a:rPr>
              <a:t>Nilai bisnis utama: mendukung pengambilan keputusan yang lebih data-driven dalam risk assessment dan claim management.</a:t>
            </a:r>
            <a:endParaRPr sz="1050"/>
          </a:p>
        </p:txBody>
      </p:sp>
      <p:sp>
        <p:nvSpPr>
          <p:cNvPr id="1666" name="Google Shape;1666;g3f6cc2b7739_0_312"/>
          <p:cNvSpPr/>
          <p:nvPr/>
        </p:nvSpPr>
        <p:spPr>
          <a:xfrm>
            <a:off x="445765" y="4882834"/>
            <a:ext cx="8229300" cy="10500"/>
          </a:xfrm>
          <a:prstGeom prst="rect">
            <a:avLst/>
          </a:prstGeom>
          <a:solidFill>
            <a:srgbClr val="DCE0E6"/>
          </a:solidFill>
          <a:ln>
            <a:noFill/>
          </a:ln>
          <a:effectLst>
            <a:outerShdw blurRad="30000" rotWithShape="0" dir="5400000" dist="17250">
              <a:srgbClr val="000000">
                <a:alpha val="34900"/>
              </a:srgbClr>
            </a:outerShdw>
          </a:effectLst>
        </p:spPr>
        <p:txBody>
          <a:bodyPr anchorCtr="0" anchor="ctr" bIns="34275" lIns="68550" spcFirstLastPara="1" rIns="68550" wrap="square" tIns="34275">
            <a:noAutofit/>
          </a:bodyPr>
          <a:lstStyle/>
          <a:p>
            <a:pPr indent="0" lvl="0" marL="0" marR="0" rtl="0" algn="ctr">
              <a:spcBef>
                <a:spcPts val="0"/>
              </a:spcBef>
              <a:spcAft>
                <a:spcPts val="0"/>
              </a:spcAft>
              <a:buNone/>
            </a:pPr>
            <a:r>
              <a:t/>
            </a:r>
            <a:endParaRPr b="0" i="0" sz="1350" u="none" cap="none" strike="noStrike">
              <a:solidFill>
                <a:srgbClr val="000000"/>
              </a:solidFill>
              <a:latin typeface="Calibri"/>
              <a:ea typeface="Calibri"/>
              <a:cs typeface="Calibri"/>
              <a:sym typeface="Calibri"/>
            </a:endParaRPr>
          </a:p>
        </p:txBody>
      </p:sp>
      <p:sp>
        <p:nvSpPr>
          <p:cNvPr id="1667" name="Google Shape;1667;g3f6cc2b7739_0_312"/>
          <p:cNvSpPr txBox="1"/>
          <p:nvPr/>
        </p:nvSpPr>
        <p:spPr>
          <a:xfrm>
            <a:off x="8160937" y="4910266"/>
            <a:ext cx="480300" cy="173100"/>
          </a:xfrm>
          <a:prstGeom prst="rect">
            <a:avLst/>
          </a:prstGeom>
          <a:noFill/>
          <a:ln>
            <a:noFill/>
          </a:ln>
        </p:spPr>
        <p:txBody>
          <a:bodyPr anchorCtr="0" anchor="t" bIns="34275" lIns="68550" spcFirstLastPara="1" rIns="68550" wrap="square" tIns="34275">
            <a:spAutoFit/>
          </a:bodyPr>
          <a:lstStyle/>
          <a:p>
            <a:pPr indent="0" lvl="0" marL="0" marR="0" rtl="0" algn="r">
              <a:spcBef>
                <a:spcPts val="0"/>
              </a:spcBef>
              <a:spcAft>
                <a:spcPts val="0"/>
              </a:spcAft>
              <a:buNone/>
            </a:pPr>
            <a:r>
              <a:rPr b="0" i="0" lang="en" sz="675" u="none" cap="none" strike="noStrike">
                <a:solidFill>
                  <a:srgbClr val="696C7D"/>
                </a:solidFill>
                <a:latin typeface="Calibri"/>
                <a:ea typeface="Calibri"/>
                <a:cs typeface="Calibri"/>
                <a:sym typeface="Calibri"/>
              </a:rPr>
              <a:t>6</a:t>
            </a:r>
            <a:endParaRPr sz="105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1027"/>
        </a:solidFill>
      </p:bgPr>
    </p:bg>
    <p:spTree>
      <p:nvGrpSpPr>
        <p:cNvPr id="1671" name="Shape 1671"/>
        <p:cNvGrpSpPr/>
        <p:nvPr/>
      </p:nvGrpSpPr>
      <p:grpSpPr>
        <a:xfrm>
          <a:off x="0" y="0"/>
          <a:ext cx="0" cy="0"/>
          <a:chOff x="0" y="0"/>
          <a:chExt cx="0" cy="0"/>
        </a:xfrm>
      </p:grpSpPr>
      <p:sp>
        <p:nvSpPr>
          <p:cNvPr id="1672" name="Google Shape;1672;g3f6cc2b7739_0_316"/>
          <p:cNvSpPr/>
          <p:nvPr/>
        </p:nvSpPr>
        <p:spPr>
          <a:xfrm>
            <a:off x="956250" y="845775"/>
            <a:ext cx="6550800" cy="228000"/>
          </a:xfrm>
          <a:prstGeom prst="rect">
            <a:avLst/>
          </a:prstGeom>
          <a:noFill/>
          <a:ln>
            <a:noFill/>
          </a:ln>
        </p:spPr>
        <p:txBody>
          <a:bodyPr anchorCtr="0" anchor="ctr" bIns="28500" lIns="57025" spcFirstLastPara="1" rIns="57025" wrap="square" tIns="28500">
            <a:noAutofit/>
          </a:bodyPr>
          <a:lstStyle/>
          <a:p>
            <a:pPr indent="0" lvl="0" marL="0" marR="0" rtl="0" algn="l">
              <a:spcBef>
                <a:spcPts val="0"/>
              </a:spcBef>
              <a:spcAft>
                <a:spcPts val="0"/>
              </a:spcAft>
              <a:buClr>
                <a:srgbClr val="CADCFC"/>
              </a:buClr>
              <a:buSzPts val="811"/>
              <a:buFont typeface="Calibri"/>
              <a:buNone/>
            </a:pPr>
            <a:r>
              <a:rPr b="1" i="0" lang="en" sz="1511" u="none" cap="none" strike="noStrike">
                <a:solidFill>
                  <a:srgbClr val="CADCFC"/>
                </a:solidFill>
                <a:latin typeface="Calibri"/>
                <a:ea typeface="Calibri"/>
                <a:cs typeface="Calibri"/>
                <a:sym typeface="Calibri"/>
              </a:rPr>
              <a:t>REKOMENDASI &amp; LANGKAH SELANJUTNYA</a:t>
            </a:r>
            <a:endParaRPr b="0" i="0" sz="1511" u="none" cap="none" strike="noStrike">
              <a:solidFill>
                <a:srgbClr val="000000"/>
              </a:solidFill>
              <a:latin typeface="Calibri"/>
              <a:ea typeface="Calibri"/>
              <a:cs typeface="Calibri"/>
              <a:sym typeface="Calibri"/>
            </a:endParaRPr>
          </a:p>
        </p:txBody>
      </p:sp>
      <p:sp>
        <p:nvSpPr>
          <p:cNvPr id="1673" name="Google Shape;1673;g3f6cc2b7739_0_316"/>
          <p:cNvSpPr/>
          <p:nvPr/>
        </p:nvSpPr>
        <p:spPr>
          <a:xfrm>
            <a:off x="956250" y="1073872"/>
            <a:ext cx="7206000" cy="427800"/>
          </a:xfrm>
          <a:prstGeom prst="rect">
            <a:avLst/>
          </a:prstGeom>
          <a:noFill/>
          <a:ln>
            <a:noFill/>
          </a:ln>
        </p:spPr>
        <p:txBody>
          <a:bodyPr anchorCtr="0" anchor="ctr" bIns="28500" lIns="57025" spcFirstLastPara="1" rIns="57025" wrap="square" tIns="28500">
            <a:noAutofit/>
          </a:bodyPr>
          <a:lstStyle/>
          <a:p>
            <a:pPr indent="0" lvl="0" marL="0" marR="0" rtl="0" algn="l">
              <a:spcBef>
                <a:spcPts val="0"/>
              </a:spcBef>
              <a:spcAft>
                <a:spcPts val="0"/>
              </a:spcAft>
              <a:buClr>
                <a:srgbClr val="FFFFFF"/>
              </a:buClr>
              <a:buSzPts val="1746"/>
              <a:buFont typeface="Cambria"/>
              <a:buNone/>
            </a:pPr>
            <a:r>
              <a:rPr b="1" i="0" lang="en" sz="2446" u="none" cap="none" strike="noStrike">
                <a:solidFill>
                  <a:srgbClr val="FFFFFF"/>
                </a:solidFill>
                <a:latin typeface="Cambria"/>
                <a:ea typeface="Cambria"/>
                <a:cs typeface="Cambria"/>
                <a:sym typeface="Cambria"/>
              </a:rPr>
              <a:t>Dari Data Menuju Keputusan Bisnis</a:t>
            </a:r>
            <a:endParaRPr b="0" i="0" sz="2446" u="none" cap="none" strike="noStrike">
              <a:solidFill>
                <a:srgbClr val="000000"/>
              </a:solidFill>
              <a:latin typeface="Calibri"/>
              <a:ea typeface="Calibri"/>
              <a:cs typeface="Calibri"/>
              <a:sym typeface="Calibri"/>
            </a:endParaRPr>
          </a:p>
        </p:txBody>
      </p:sp>
      <p:sp>
        <p:nvSpPr>
          <p:cNvPr id="1674" name="Google Shape;1674;g3f6cc2b7739_0_316"/>
          <p:cNvSpPr/>
          <p:nvPr/>
        </p:nvSpPr>
        <p:spPr>
          <a:xfrm>
            <a:off x="956250" y="1701138"/>
            <a:ext cx="327300" cy="285000"/>
          </a:xfrm>
          <a:prstGeom prst="roundRect">
            <a:avLst>
              <a:gd fmla="val 50000" name="adj"/>
            </a:avLst>
          </a:prstGeom>
          <a:solidFill>
            <a:srgbClr val="CADCFC"/>
          </a:solidFill>
          <a:ln>
            <a:noFill/>
          </a:ln>
        </p:spPr>
        <p:txBody>
          <a:bodyPr anchorCtr="0" anchor="ctr" bIns="57025" lIns="57025" spcFirstLastPara="1" rIns="57025" wrap="square" tIns="57025">
            <a:noAutofit/>
          </a:bodyPr>
          <a:lstStyle/>
          <a:p>
            <a:pPr indent="0" lvl="0" marL="0" rtl="0" algn="l">
              <a:spcBef>
                <a:spcPts val="0"/>
              </a:spcBef>
              <a:spcAft>
                <a:spcPts val="0"/>
              </a:spcAft>
              <a:buNone/>
            </a:pPr>
            <a:r>
              <a:t/>
            </a:r>
            <a:endParaRPr sz="2100"/>
          </a:p>
        </p:txBody>
      </p:sp>
      <p:sp>
        <p:nvSpPr>
          <p:cNvPr id="1675" name="Google Shape;1675;g3f6cc2b7739_0_316"/>
          <p:cNvSpPr/>
          <p:nvPr/>
        </p:nvSpPr>
        <p:spPr>
          <a:xfrm>
            <a:off x="956250" y="1701138"/>
            <a:ext cx="327300" cy="285000"/>
          </a:xfrm>
          <a:prstGeom prst="rect">
            <a:avLst/>
          </a:prstGeom>
          <a:noFill/>
          <a:ln>
            <a:noFill/>
          </a:ln>
        </p:spPr>
        <p:txBody>
          <a:bodyPr anchorCtr="0" anchor="ctr" bIns="28500" lIns="57025" spcFirstLastPara="1" rIns="57025" wrap="square" tIns="28500">
            <a:noAutofit/>
          </a:bodyPr>
          <a:lstStyle/>
          <a:p>
            <a:pPr indent="0" lvl="0" marL="0" marR="0" rtl="0" algn="ctr">
              <a:spcBef>
                <a:spcPts val="0"/>
              </a:spcBef>
              <a:spcAft>
                <a:spcPts val="0"/>
              </a:spcAft>
              <a:buClr>
                <a:srgbClr val="1E2761"/>
              </a:buClr>
              <a:buSzPts val="998"/>
              <a:buFont typeface="Cambria"/>
              <a:buNone/>
            </a:pPr>
            <a:r>
              <a:rPr b="1" i="0" lang="en" sz="1698" u="none" cap="none" strike="noStrike">
                <a:solidFill>
                  <a:srgbClr val="1E2761"/>
                </a:solidFill>
                <a:latin typeface="Cambria"/>
                <a:ea typeface="Cambria"/>
                <a:cs typeface="Cambria"/>
                <a:sym typeface="Cambria"/>
              </a:rPr>
              <a:t>1</a:t>
            </a:r>
            <a:endParaRPr b="0" i="0" sz="1698" u="none" cap="none" strike="noStrike">
              <a:solidFill>
                <a:srgbClr val="000000"/>
              </a:solidFill>
              <a:latin typeface="Calibri"/>
              <a:ea typeface="Calibri"/>
              <a:cs typeface="Calibri"/>
              <a:sym typeface="Calibri"/>
            </a:endParaRPr>
          </a:p>
        </p:txBody>
      </p:sp>
      <p:sp>
        <p:nvSpPr>
          <p:cNvPr id="1676" name="Google Shape;1676;g3f6cc2b7739_0_316"/>
          <p:cNvSpPr/>
          <p:nvPr/>
        </p:nvSpPr>
        <p:spPr>
          <a:xfrm>
            <a:off x="1414812" y="1684031"/>
            <a:ext cx="7074900" cy="228000"/>
          </a:xfrm>
          <a:prstGeom prst="rect">
            <a:avLst/>
          </a:prstGeom>
          <a:noFill/>
          <a:ln>
            <a:noFill/>
          </a:ln>
        </p:spPr>
        <p:txBody>
          <a:bodyPr anchorCtr="0" anchor="ctr" bIns="28500" lIns="57025" spcFirstLastPara="1" rIns="57025" wrap="square" tIns="28500">
            <a:noAutofit/>
          </a:bodyPr>
          <a:lstStyle/>
          <a:p>
            <a:pPr indent="0" lvl="0" marL="0" marR="0" rtl="0" algn="l">
              <a:spcBef>
                <a:spcPts val="0"/>
              </a:spcBef>
              <a:spcAft>
                <a:spcPts val="0"/>
              </a:spcAft>
              <a:buClr>
                <a:srgbClr val="FFFFFF"/>
              </a:buClr>
              <a:buSzPts val="935"/>
              <a:buFont typeface="Cambria"/>
              <a:buNone/>
            </a:pPr>
            <a:r>
              <a:rPr b="1" i="0" lang="en" sz="1635" u="none" cap="none" strike="noStrike">
                <a:solidFill>
                  <a:srgbClr val="FFFFFF"/>
                </a:solidFill>
                <a:latin typeface="Cambria"/>
                <a:ea typeface="Cambria"/>
                <a:cs typeface="Cambria"/>
                <a:sym typeface="Cambria"/>
              </a:rPr>
              <a:t>Terapkan Skor Risiko di Awal Polis</a:t>
            </a:r>
            <a:endParaRPr b="0" i="0" sz="1635" u="none" cap="none" strike="noStrike">
              <a:solidFill>
                <a:srgbClr val="000000"/>
              </a:solidFill>
              <a:latin typeface="Calibri"/>
              <a:ea typeface="Calibri"/>
              <a:cs typeface="Calibri"/>
              <a:sym typeface="Calibri"/>
            </a:endParaRPr>
          </a:p>
        </p:txBody>
      </p:sp>
      <p:sp>
        <p:nvSpPr>
          <p:cNvPr id="1677" name="Google Shape;1677;g3f6cc2b7739_0_316"/>
          <p:cNvSpPr/>
          <p:nvPr/>
        </p:nvSpPr>
        <p:spPr>
          <a:xfrm>
            <a:off x="1414812" y="2034668"/>
            <a:ext cx="7074900" cy="285000"/>
          </a:xfrm>
          <a:prstGeom prst="rect">
            <a:avLst/>
          </a:prstGeom>
          <a:noFill/>
          <a:ln>
            <a:noFill/>
          </a:ln>
        </p:spPr>
        <p:txBody>
          <a:bodyPr anchorCtr="0" anchor="ctr" bIns="28500" lIns="57025" spcFirstLastPara="1" rIns="57025" wrap="square" tIns="28500">
            <a:noAutofit/>
          </a:bodyPr>
          <a:lstStyle/>
          <a:p>
            <a:pPr indent="0" lvl="0" marL="0" marR="0" rtl="0" algn="l">
              <a:lnSpc>
                <a:spcPct val="120000"/>
              </a:lnSpc>
              <a:spcBef>
                <a:spcPts val="0"/>
              </a:spcBef>
              <a:spcAft>
                <a:spcPts val="0"/>
              </a:spcAft>
              <a:buClr>
                <a:srgbClr val="AEBBE0"/>
              </a:buClr>
              <a:buSzPts val="780"/>
              <a:buFont typeface="Calibri"/>
              <a:buNone/>
            </a:pPr>
            <a:r>
              <a:rPr b="0" i="0" lang="en" sz="1480" u="none" cap="none" strike="noStrike">
                <a:solidFill>
                  <a:srgbClr val="AEBBE0"/>
                </a:solidFill>
                <a:latin typeface="Calibri"/>
                <a:ea typeface="Calibri"/>
                <a:cs typeface="Calibri"/>
                <a:sym typeface="Calibri"/>
              </a:rPr>
              <a:t>Gunakan model untuk memberi "skor risiko klaim" pada setiap transaksi baru, sebagai bagian dari proses underwriting.</a:t>
            </a:r>
            <a:endParaRPr b="0" i="0" sz="1480" u="none" cap="none" strike="noStrike">
              <a:solidFill>
                <a:srgbClr val="000000"/>
              </a:solidFill>
              <a:latin typeface="Calibri"/>
              <a:ea typeface="Calibri"/>
              <a:cs typeface="Calibri"/>
              <a:sym typeface="Calibri"/>
            </a:endParaRPr>
          </a:p>
        </p:txBody>
      </p:sp>
      <p:sp>
        <p:nvSpPr>
          <p:cNvPr id="1678" name="Google Shape;1678;g3f6cc2b7739_0_316"/>
          <p:cNvSpPr/>
          <p:nvPr/>
        </p:nvSpPr>
        <p:spPr>
          <a:xfrm>
            <a:off x="956250" y="2565276"/>
            <a:ext cx="327300" cy="285000"/>
          </a:xfrm>
          <a:prstGeom prst="roundRect">
            <a:avLst>
              <a:gd fmla="val 50000" name="adj"/>
            </a:avLst>
          </a:prstGeom>
          <a:solidFill>
            <a:srgbClr val="CADCFC"/>
          </a:solidFill>
          <a:ln>
            <a:noFill/>
          </a:ln>
        </p:spPr>
        <p:txBody>
          <a:bodyPr anchorCtr="0" anchor="ctr" bIns="57025" lIns="57025" spcFirstLastPara="1" rIns="57025" wrap="square" tIns="57025">
            <a:noAutofit/>
          </a:bodyPr>
          <a:lstStyle/>
          <a:p>
            <a:pPr indent="0" lvl="0" marL="0" rtl="0" algn="l">
              <a:spcBef>
                <a:spcPts val="0"/>
              </a:spcBef>
              <a:spcAft>
                <a:spcPts val="0"/>
              </a:spcAft>
              <a:buNone/>
            </a:pPr>
            <a:r>
              <a:t/>
            </a:r>
            <a:endParaRPr sz="2100"/>
          </a:p>
        </p:txBody>
      </p:sp>
      <p:sp>
        <p:nvSpPr>
          <p:cNvPr id="1679" name="Google Shape;1679;g3f6cc2b7739_0_316"/>
          <p:cNvSpPr/>
          <p:nvPr/>
        </p:nvSpPr>
        <p:spPr>
          <a:xfrm>
            <a:off x="956250" y="2565276"/>
            <a:ext cx="327300" cy="285000"/>
          </a:xfrm>
          <a:prstGeom prst="rect">
            <a:avLst/>
          </a:prstGeom>
          <a:noFill/>
          <a:ln>
            <a:noFill/>
          </a:ln>
        </p:spPr>
        <p:txBody>
          <a:bodyPr anchorCtr="0" anchor="ctr" bIns="28500" lIns="57025" spcFirstLastPara="1" rIns="57025" wrap="square" tIns="28500">
            <a:noAutofit/>
          </a:bodyPr>
          <a:lstStyle/>
          <a:p>
            <a:pPr indent="0" lvl="0" marL="0" marR="0" rtl="0" algn="ctr">
              <a:spcBef>
                <a:spcPts val="0"/>
              </a:spcBef>
              <a:spcAft>
                <a:spcPts val="0"/>
              </a:spcAft>
              <a:buClr>
                <a:srgbClr val="1E2761"/>
              </a:buClr>
              <a:buSzPts val="998"/>
              <a:buFont typeface="Cambria"/>
              <a:buNone/>
            </a:pPr>
            <a:r>
              <a:rPr b="1" i="0" lang="en" sz="1698" u="none" cap="none" strike="noStrike">
                <a:solidFill>
                  <a:srgbClr val="1E2761"/>
                </a:solidFill>
                <a:latin typeface="Cambria"/>
                <a:ea typeface="Cambria"/>
                <a:cs typeface="Cambria"/>
                <a:sym typeface="Cambria"/>
              </a:rPr>
              <a:t>2</a:t>
            </a:r>
            <a:endParaRPr b="0" i="0" sz="1698" u="none" cap="none" strike="noStrike">
              <a:solidFill>
                <a:srgbClr val="000000"/>
              </a:solidFill>
              <a:latin typeface="Calibri"/>
              <a:ea typeface="Calibri"/>
              <a:cs typeface="Calibri"/>
              <a:sym typeface="Calibri"/>
            </a:endParaRPr>
          </a:p>
        </p:txBody>
      </p:sp>
      <p:sp>
        <p:nvSpPr>
          <p:cNvPr id="1680" name="Google Shape;1680;g3f6cc2b7739_0_316"/>
          <p:cNvSpPr/>
          <p:nvPr/>
        </p:nvSpPr>
        <p:spPr>
          <a:xfrm>
            <a:off x="1414812" y="2548169"/>
            <a:ext cx="7074900" cy="228000"/>
          </a:xfrm>
          <a:prstGeom prst="rect">
            <a:avLst/>
          </a:prstGeom>
          <a:noFill/>
          <a:ln>
            <a:noFill/>
          </a:ln>
        </p:spPr>
        <p:txBody>
          <a:bodyPr anchorCtr="0" anchor="ctr" bIns="28500" lIns="57025" spcFirstLastPara="1" rIns="57025" wrap="square" tIns="28500">
            <a:noAutofit/>
          </a:bodyPr>
          <a:lstStyle/>
          <a:p>
            <a:pPr indent="0" lvl="0" marL="0" marR="0" rtl="0" algn="l">
              <a:spcBef>
                <a:spcPts val="0"/>
              </a:spcBef>
              <a:spcAft>
                <a:spcPts val="0"/>
              </a:spcAft>
              <a:buClr>
                <a:srgbClr val="FFFFFF"/>
              </a:buClr>
              <a:buSzPts val="935"/>
              <a:buFont typeface="Cambria"/>
              <a:buNone/>
            </a:pPr>
            <a:r>
              <a:rPr b="1" i="0" lang="en" sz="1635" u="none" cap="none" strike="noStrike">
                <a:solidFill>
                  <a:srgbClr val="FFFFFF"/>
                </a:solidFill>
                <a:latin typeface="Cambria"/>
                <a:ea typeface="Cambria"/>
                <a:cs typeface="Cambria"/>
                <a:sym typeface="Cambria"/>
              </a:rPr>
              <a:t>Review Produk Berisiko Tinggi</a:t>
            </a:r>
            <a:endParaRPr b="0" i="0" sz="1635" u="none" cap="none" strike="noStrike">
              <a:solidFill>
                <a:srgbClr val="000000"/>
              </a:solidFill>
              <a:latin typeface="Calibri"/>
              <a:ea typeface="Calibri"/>
              <a:cs typeface="Calibri"/>
              <a:sym typeface="Calibri"/>
            </a:endParaRPr>
          </a:p>
        </p:txBody>
      </p:sp>
      <p:sp>
        <p:nvSpPr>
          <p:cNvPr id="1681" name="Google Shape;1681;g3f6cc2b7739_0_316"/>
          <p:cNvSpPr/>
          <p:nvPr/>
        </p:nvSpPr>
        <p:spPr>
          <a:xfrm>
            <a:off x="1414812" y="2898806"/>
            <a:ext cx="7074900" cy="285000"/>
          </a:xfrm>
          <a:prstGeom prst="rect">
            <a:avLst/>
          </a:prstGeom>
          <a:noFill/>
          <a:ln>
            <a:noFill/>
          </a:ln>
        </p:spPr>
        <p:txBody>
          <a:bodyPr anchorCtr="0" anchor="ctr" bIns="28500" lIns="57025" spcFirstLastPara="1" rIns="57025" wrap="square" tIns="28500">
            <a:noAutofit/>
          </a:bodyPr>
          <a:lstStyle/>
          <a:p>
            <a:pPr indent="0" lvl="0" marL="0" marR="0" rtl="0" algn="l">
              <a:lnSpc>
                <a:spcPct val="120000"/>
              </a:lnSpc>
              <a:spcBef>
                <a:spcPts val="0"/>
              </a:spcBef>
              <a:spcAft>
                <a:spcPts val="0"/>
              </a:spcAft>
              <a:buClr>
                <a:srgbClr val="AEBBE0"/>
              </a:buClr>
              <a:buSzPts val="780"/>
              <a:buFont typeface="Calibri"/>
              <a:buNone/>
            </a:pPr>
            <a:r>
              <a:rPr b="0" i="0" lang="en" sz="1480" u="none" cap="none" strike="noStrike">
                <a:solidFill>
                  <a:srgbClr val="AEBBE0"/>
                </a:solidFill>
                <a:latin typeface="Calibri"/>
                <a:ea typeface="Calibri"/>
                <a:cs typeface="Calibri"/>
                <a:sym typeface="Calibri"/>
              </a:rPr>
              <a:t>Evaluasi strategi premi &amp; syarat untuk produk dengan claim rate tinggi seperti Annual Silver/Gold Plan.</a:t>
            </a:r>
            <a:endParaRPr b="0" i="0" sz="1480" u="none" cap="none" strike="noStrike">
              <a:solidFill>
                <a:srgbClr val="000000"/>
              </a:solidFill>
              <a:latin typeface="Calibri"/>
              <a:ea typeface="Calibri"/>
              <a:cs typeface="Calibri"/>
              <a:sym typeface="Calibri"/>
            </a:endParaRPr>
          </a:p>
        </p:txBody>
      </p:sp>
      <p:sp>
        <p:nvSpPr>
          <p:cNvPr id="1682" name="Google Shape;1682;g3f6cc2b7739_0_316"/>
          <p:cNvSpPr/>
          <p:nvPr/>
        </p:nvSpPr>
        <p:spPr>
          <a:xfrm>
            <a:off x="956250" y="3325234"/>
            <a:ext cx="327300" cy="285000"/>
          </a:xfrm>
          <a:prstGeom prst="roundRect">
            <a:avLst>
              <a:gd fmla="val 50000" name="adj"/>
            </a:avLst>
          </a:prstGeom>
          <a:solidFill>
            <a:srgbClr val="CADCFC"/>
          </a:solidFill>
          <a:ln>
            <a:noFill/>
          </a:ln>
        </p:spPr>
        <p:txBody>
          <a:bodyPr anchorCtr="0" anchor="ctr" bIns="57025" lIns="57025" spcFirstLastPara="1" rIns="57025" wrap="square" tIns="57025">
            <a:noAutofit/>
          </a:bodyPr>
          <a:lstStyle/>
          <a:p>
            <a:pPr indent="0" lvl="0" marL="0" rtl="0" algn="l">
              <a:spcBef>
                <a:spcPts val="0"/>
              </a:spcBef>
              <a:spcAft>
                <a:spcPts val="0"/>
              </a:spcAft>
              <a:buNone/>
            </a:pPr>
            <a:r>
              <a:t/>
            </a:r>
            <a:endParaRPr sz="2100"/>
          </a:p>
        </p:txBody>
      </p:sp>
      <p:sp>
        <p:nvSpPr>
          <p:cNvPr id="1683" name="Google Shape;1683;g3f6cc2b7739_0_316"/>
          <p:cNvSpPr/>
          <p:nvPr/>
        </p:nvSpPr>
        <p:spPr>
          <a:xfrm>
            <a:off x="956250" y="3325234"/>
            <a:ext cx="327300" cy="285000"/>
          </a:xfrm>
          <a:prstGeom prst="rect">
            <a:avLst/>
          </a:prstGeom>
          <a:noFill/>
          <a:ln>
            <a:noFill/>
          </a:ln>
        </p:spPr>
        <p:txBody>
          <a:bodyPr anchorCtr="0" anchor="ctr" bIns="28500" lIns="57025" spcFirstLastPara="1" rIns="57025" wrap="square" tIns="28500">
            <a:noAutofit/>
          </a:bodyPr>
          <a:lstStyle/>
          <a:p>
            <a:pPr indent="0" lvl="0" marL="0" marR="0" rtl="0" algn="ctr">
              <a:spcBef>
                <a:spcPts val="0"/>
              </a:spcBef>
              <a:spcAft>
                <a:spcPts val="0"/>
              </a:spcAft>
              <a:buClr>
                <a:srgbClr val="1E2761"/>
              </a:buClr>
              <a:buSzPts val="998"/>
              <a:buFont typeface="Cambria"/>
              <a:buNone/>
            </a:pPr>
            <a:r>
              <a:rPr b="1" i="0" lang="en" sz="1698" u="none" cap="none" strike="noStrike">
                <a:solidFill>
                  <a:srgbClr val="1E2761"/>
                </a:solidFill>
                <a:latin typeface="Cambria"/>
                <a:ea typeface="Cambria"/>
                <a:cs typeface="Cambria"/>
                <a:sym typeface="Cambria"/>
              </a:rPr>
              <a:t>3</a:t>
            </a:r>
            <a:endParaRPr b="0" i="0" sz="1698" u="none" cap="none" strike="noStrike">
              <a:solidFill>
                <a:srgbClr val="000000"/>
              </a:solidFill>
              <a:latin typeface="Calibri"/>
              <a:ea typeface="Calibri"/>
              <a:cs typeface="Calibri"/>
              <a:sym typeface="Calibri"/>
            </a:endParaRPr>
          </a:p>
        </p:txBody>
      </p:sp>
      <p:sp>
        <p:nvSpPr>
          <p:cNvPr id="1684" name="Google Shape;1684;g3f6cc2b7739_0_316"/>
          <p:cNvSpPr/>
          <p:nvPr/>
        </p:nvSpPr>
        <p:spPr>
          <a:xfrm>
            <a:off x="1414812" y="3337892"/>
            <a:ext cx="7074900" cy="228000"/>
          </a:xfrm>
          <a:prstGeom prst="rect">
            <a:avLst/>
          </a:prstGeom>
          <a:noFill/>
          <a:ln>
            <a:noFill/>
          </a:ln>
        </p:spPr>
        <p:txBody>
          <a:bodyPr anchorCtr="0" anchor="ctr" bIns="28500" lIns="57025" spcFirstLastPara="1" rIns="57025" wrap="square" tIns="28500">
            <a:noAutofit/>
          </a:bodyPr>
          <a:lstStyle/>
          <a:p>
            <a:pPr indent="0" lvl="0" marL="0" marR="0" rtl="0" algn="l">
              <a:spcBef>
                <a:spcPts val="0"/>
              </a:spcBef>
              <a:spcAft>
                <a:spcPts val="0"/>
              </a:spcAft>
              <a:buClr>
                <a:srgbClr val="FFFFFF"/>
              </a:buClr>
              <a:buSzPts val="935"/>
              <a:buFont typeface="Cambria"/>
              <a:buNone/>
            </a:pPr>
            <a:r>
              <a:rPr b="1" i="0" lang="en" sz="1635" u="none" cap="none" strike="noStrike">
                <a:solidFill>
                  <a:srgbClr val="FFFFFF"/>
                </a:solidFill>
                <a:latin typeface="Cambria"/>
                <a:ea typeface="Cambria"/>
                <a:cs typeface="Cambria"/>
                <a:sym typeface="Cambria"/>
              </a:rPr>
              <a:t>Perkuat Kesiapan Dana Klaim</a:t>
            </a:r>
            <a:endParaRPr b="0" i="0" sz="1635" u="none" cap="none" strike="noStrike">
              <a:solidFill>
                <a:srgbClr val="000000"/>
              </a:solidFill>
              <a:latin typeface="Calibri"/>
              <a:ea typeface="Calibri"/>
              <a:cs typeface="Calibri"/>
              <a:sym typeface="Calibri"/>
            </a:endParaRPr>
          </a:p>
        </p:txBody>
      </p:sp>
      <p:sp>
        <p:nvSpPr>
          <p:cNvPr id="1685" name="Google Shape;1685;g3f6cc2b7739_0_316"/>
          <p:cNvSpPr/>
          <p:nvPr/>
        </p:nvSpPr>
        <p:spPr>
          <a:xfrm>
            <a:off x="1414812" y="3673647"/>
            <a:ext cx="7074900" cy="285000"/>
          </a:xfrm>
          <a:prstGeom prst="rect">
            <a:avLst/>
          </a:prstGeom>
          <a:noFill/>
          <a:ln>
            <a:noFill/>
          </a:ln>
        </p:spPr>
        <p:txBody>
          <a:bodyPr anchorCtr="0" anchor="ctr" bIns="28500" lIns="57025" spcFirstLastPara="1" rIns="57025" wrap="square" tIns="28500">
            <a:noAutofit/>
          </a:bodyPr>
          <a:lstStyle/>
          <a:p>
            <a:pPr indent="0" lvl="0" marL="0" marR="0" rtl="0" algn="l">
              <a:lnSpc>
                <a:spcPct val="120000"/>
              </a:lnSpc>
              <a:spcBef>
                <a:spcPts val="0"/>
              </a:spcBef>
              <a:spcAft>
                <a:spcPts val="0"/>
              </a:spcAft>
              <a:buClr>
                <a:srgbClr val="AEBBE0"/>
              </a:buClr>
              <a:buSzPts val="780"/>
              <a:buFont typeface="Calibri"/>
              <a:buNone/>
            </a:pPr>
            <a:r>
              <a:rPr b="0" i="0" lang="en" sz="1480" u="none" cap="none" strike="noStrike">
                <a:solidFill>
                  <a:srgbClr val="AEBBE0"/>
                </a:solidFill>
                <a:latin typeface="Calibri"/>
                <a:ea typeface="Calibri"/>
                <a:cs typeface="Calibri"/>
                <a:sym typeface="Calibri"/>
              </a:rPr>
              <a:t>Manfaatkan prediksi untuk perencanaan cadangan dana dan proses klaim yang lebih proaktif.</a:t>
            </a:r>
            <a:endParaRPr b="0" i="0" sz="1480" u="none" cap="none" strike="noStrike">
              <a:solidFill>
                <a:srgbClr val="000000"/>
              </a:solidFill>
              <a:latin typeface="Calibri"/>
              <a:ea typeface="Calibri"/>
              <a:cs typeface="Calibri"/>
              <a:sym typeface="Calibri"/>
            </a:endParaRPr>
          </a:p>
        </p:txBody>
      </p:sp>
      <p:sp>
        <p:nvSpPr>
          <p:cNvPr id="1686" name="Google Shape;1686;g3f6cc2b7739_0_316"/>
          <p:cNvSpPr/>
          <p:nvPr/>
        </p:nvSpPr>
        <p:spPr>
          <a:xfrm>
            <a:off x="956250" y="4204254"/>
            <a:ext cx="327300" cy="285000"/>
          </a:xfrm>
          <a:prstGeom prst="roundRect">
            <a:avLst>
              <a:gd fmla="val 50000" name="adj"/>
            </a:avLst>
          </a:prstGeom>
          <a:solidFill>
            <a:srgbClr val="CADCFC"/>
          </a:solidFill>
          <a:ln>
            <a:noFill/>
          </a:ln>
        </p:spPr>
        <p:txBody>
          <a:bodyPr anchorCtr="0" anchor="ctr" bIns="57025" lIns="57025" spcFirstLastPara="1" rIns="57025" wrap="square" tIns="57025">
            <a:noAutofit/>
          </a:bodyPr>
          <a:lstStyle/>
          <a:p>
            <a:pPr indent="0" lvl="0" marL="0" rtl="0" algn="l">
              <a:spcBef>
                <a:spcPts val="0"/>
              </a:spcBef>
              <a:spcAft>
                <a:spcPts val="0"/>
              </a:spcAft>
              <a:buNone/>
            </a:pPr>
            <a:r>
              <a:t/>
            </a:r>
            <a:endParaRPr sz="2100"/>
          </a:p>
        </p:txBody>
      </p:sp>
      <p:sp>
        <p:nvSpPr>
          <p:cNvPr id="1687" name="Google Shape;1687;g3f6cc2b7739_0_316"/>
          <p:cNvSpPr/>
          <p:nvPr/>
        </p:nvSpPr>
        <p:spPr>
          <a:xfrm>
            <a:off x="956250" y="4204254"/>
            <a:ext cx="327300" cy="285000"/>
          </a:xfrm>
          <a:prstGeom prst="rect">
            <a:avLst/>
          </a:prstGeom>
          <a:noFill/>
          <a:ln>
            <a:noFill/>
          </a:ln>
        </p:spPr>
        <p:txBody>
          <a:bodyPr anchorCtr="0" anchor="ctr" bIns="28500" lIns="57025" spcFirstLastPara="1" rIns="57025" wrap="square" tIns="28500">
            <a:noAutofit/>
          </a:bodyPr>
          <a:lstStyle/>
          <a:p>
            <a:pPr indent="0" lvl="0" marL="0" marR="0" rtl="0" algn="ctr">
              <a:spcBef>
                <a:spcPts val="0"/>
              </a:spcBef>
              <a:spcAft>
                <a:spcPts val="0"/>
              </a:spcAft>
              <a:buClr>
                <a:srgbClr val="1E2761"/>
              </a:buClr>
              <a:buSzPts val="998"/>
              <a:buFont typeface="Cambria"/>
              <a:buNone/>
            </a:pPr>
            <a:r>
              <a:rPr b="1" i="0" lang="en" sz="1698" u="none" cap="none" strike="noStrike">
                <a:solidFill>
                  <a:srgbClr val="1E2761"/>
                </a:solidFill>
                <a:latin typeface="Cambria"/>
                <a:ea typeface="Cambria"/>
                <a:cs typeface="Cambria"/>
                <a:sym typeface="Cambria"/>
              </a:rPr>
              <a:t>4</a:t>
            </a:r>
            <a:endParaRPr b="0" i="0" sz="1698" u="none" cap="none" strike="noStrike">
              <a:solidFill>
                <a:srgbClr val="000000"/>
              </a:solidFill>
              <a:latin typeface="Calibri"/>
              <a:ea typeface="Calibri"/>
              <a:cs typeface="Calibri"/>
              <a:sym typeface="Calibri"/>
            </a:endParaRPr>
          </a:p>
        </p:txBody>
      </p:sp>
      <p:sp>
        <p:nvSpPr>
          <p:cNvPr id="1688" name="Google Shape;1688;g3f6cc2b7739_0_316"/>
          <p:cNvSpPr/>
          <p:nvPr/>
        </p:nvSpPr>
        <p:spPr>
          <a:xfrm>
            <a:off x="1414812" y="4187147"/>
            <a:ext cx="7074900" cy="228000"/>
          </a:xfrm>
          <a:prstGeom prst="rect">
            <a:avLst/>
          </a:prstGeom>
          <a:noFill/>
          <a:ln>
            <a:noFill/>
          </a:ln>
        </p:spPr>
        <p:txBody>
          <a:bodyPr anchorCtr="0" anchor="ctr" bIns="28500" lIns="57025" spcFirstLastPara="1" rIns="57025" wrap="square" tIns="28500">
            <a:noAutofit/>
          </a:bodyPr>
          <a:lstStyle/>
          <a:p>
            <a:pPr indent="0" lvl="0" marL="0" marR="0" rtl="0" algn="l">
              <a:spcBef>
                <a:spcPts val="0"/>
              </a:spcBef>
              <a:spcAft>
                <a:spcPts val="0"/>
              </a:spcAft>
              <a:buClr>
                <a:srgbClr val="FFFFFF"/>
              </a:buClr>
              <a:buSzPts val="935"/>
              <a:buFont typeface="Cambria"/>
              <a:buNone/>
            </a:pPr>
            <a:r>
              <a:rPr b="1" i="0" lang="en" sz="1635" u="none" cap="none" strike="noStrike">
                <a:solidFill>
                  <a:srgbClr val="FFFFFF"/>
                </a:solidFill>
                <a:latin typeface="Cambria"/>
                <a:ea typeface="Cambria"/>
                <a:cs typeface="Cambria"/>
                <a:sym typeface="Cambria"/>
              </a:rPr>
              <a:t>Monitoring &amp; Update Berkala</a:t>
            </a:r>
            <a:endParaRPr b="0" i="0" sz="1635" u="none" cap="none" strike="noStrike">
              <a:solidFill>
                <a:srgbClr val="000000"/>
              </a:solidFill>
              <a:latin typeface="Calibri"/>
              <a:ea typeface="Calibri"/>
              <a:cs typeface="Calibri"/>
              <a:sym typeface="Calibri"/>
            </a:endParaRPr>
          </a:p>
        </p:txBody>
      </p:sp>
      <p:sp>
        <p:nvSpPr>
          <p:cNvPr id="1689" name="Google Shape;1689;g3f6cc2b7739_0_316"/>
          <p:cNvSpPr/>
          <p:nvPr/>
        </p:nvSpPr>
        <p:spPr>
          <a:xfrm>
            <a:off x="1414812" y="4403839"/>
            <a:ext cx="7074900" cy="285000"/>
          </a:xfrm>
          <a:prstGeom prst="rect">
            <a:avLst/>
          </a:prstGeom>
          <a:noFill/>
          <a:ln>
            <a:noFill/>
          </a:ln>
        </p:spPr>
        <p:txBody>
          <a:bodyPr anchorCtr="0" anchor="ctr" bIns="28500" lIns="57025" spcFirstLastPara="1" rIns="57025" wrap="square" tIns="28500">
            <a:noAutofit/>
          </a:bodyPr>
          <a:lstStyle/>
          <a:p>
            <a:pPr indent="0" lvl="0" marL="0" marR="0" rtl="0" algn="l">
              <a:lnSpc>
                <a:spcPct val="120000"/>
              </a:lnSpc>
              <a:spcBef>
                <a:spcPts val="0"/>
              </a:spcBef>
              <a:spcAft>
                <a:spcPts val="0"/>
              </a:spcAft>
              <a:buClr>
                <a:srgbClr val="AEBBE0"/>
              </a:buClr>
              <a:buSzPts val="780"/>
              <a:buFont typeface="Calibri"/>
              <a:buNone/>
            </a:pPr>
            <a:r>
              <a:rPr b="0" i="0" lang="en" sz="1480" u="none" cap="none" strike="noStrike">
                <a:solidFill>
                  <a:srgbClr val="AEBBE0"/>
                </a:solidFill>
                <a:latin typeface="Calibri"/>
                <a:ea typeface="Calibri"/>
                <a:cs typeface="Calibri"/>
                <a:sym typeface="Calibri"/>
              </a:rPr>
              <a:t>Lakukan evaluasi ulang model secara berkala seiring bertambahnya data transaksi baru.</a:t>
            </a:r>
            <a:endParaRPr b="0" i="0" sz="1480" u="none" cap="none" strike="noStrik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3" name="Shape 1693"/>
        <p:cNvGrpSpPr/>
        <p:nvPr/>
      </p:nvGrpSpPr>
      <p:grpSpPr>
        <a:xfrm>
          <a:off x="0" y="0"/>
          <a:ext cx="0" cy="0"/>
          <a:chOff x="0" y="0"/>
          <a:chExt cx="0" cy="0"/>
        </a:xfrm>
      </p:grpSpPr>
      <p:sp>
        <p:nvSpPr>
          <p:cNvPr id="1694" name="Google Shape;1694;p28"/>
          <p:cNvSpPr txBox="1"/>
          <p:nvPr>
            <p:ph type="title"/>
          </p:nvPr>
        </p:nvSpPr>
        <p:spPr>
          <a:xfrm>
            <a:off x="2488296" y="1837037"/>
            <a:ext cx="3858900" cy="105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6000"/>
              <a:buNone/>
            </a:pPr>
            <a:r>
              <a:rPr lang="en" sz="7000"/>
              <a:t>Thanks!</a:t>
            </a:r>
            <a:endParaRPr sz="7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usiness Management and Analytics Thesis Defense by Slidesgo">
  <a:themeElements>
    <a:clrScheme name="Simple Light">
      <a:dk1>
        <a:srgbClr val="353552"/>
      </a:dk1>
      <a:lt1>
        <a:srgbClr val="F5F5F5"/>
      </a:lt1>
      <a:dk2>
        <a:srgbClr val="6875A7"/>
      </a:dk2>
      <a:lt2>
        <a:srgbClr val="6ABEC5"/>
      </a:lt2>
      <a:accent1>
        <a:srgbClr val="AFE0D9"/>
      </a:accent1>
      <a:accent2>
        <a:srgbClr val="FFFFFF"/>
      </a:accent2>
      <a:accent3>
        <a:srgbClr val="FFFFFF"/>
      </a:accent3>
      <a:accent4>
        <a:srgbClr val="FFFFFF"/>
      </a:accent4>
      <a:accent5>
        <a:srgbClr val="FFFFFF"/>
      </a:accent5>
      <a:accent6>
        <a:srgbClr val="FFFFFF"/>
      </a:accent6>
      <a:hlink>
        <a:srgbClr val="3E3E4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